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2" r:id="rId2"/>
    <p:sldMasterId id="2147483654" r:id="rId3"/>
    <p:sldMasterId id="2147483662" r:id="rId4"/>
    <p:sldMasterId id="2147483664" r:id="rId5"/>
  </p:sldMasterIdLst>
  <p:notesMasterIdLst>
    <p:notesMasterId r:id="rId77"/>
  </p:notesMasterIdLst>
  <p:sldIdLst>
    <p:sldId id="256" r:id="rId6"/>
    <p:sldId id="339" r:id="rId7"/>
    <p:sldId id="260" r:id="rId8"/>
    <p:sldId id="302" r:id="rId9"/>
    <p:sldId id="303" r:id="rId10"/>
    <p:sldId id="304" r:id="rId11"/>
    <p:sldId id="305" r:id="rId12"/>
    <p:sldId id="306" r:id="rId13"/>
    <p:sldId id="307" r:id="rId14"/>
    <p:sldId id="341" r:id="rId15"/>
    <p:sldId id="340" r:id="rId16"/>
    <p:sldId id="259" r:id="rId17"/>
    <p:sldId id="308" r:id="rId18"/>
    <p:sldId id="310" r:id="rId19"/>
    <p:sldId id="311" r:id="rId20"/>
    <p:sldId id="312" r:id="rId21"/>
    <p:sldId id="313" r:id="rId22"/>
    <p:sldId id="314" r:id="rId23"/>
    <p:sldId id="316" r:id="rId24"/>
    <p:sldId id="315" r:id="rId25"/>
    <p:sldId id="342" r:id="rId26"/>
    <p:sldId id="318" r:id="rId27"/>
    <p:sldId id="317" r:id="rId28"/>
    <p:sldId id="319" r:id="rId29"/>
    <p:sldId id="320" r:id="rId30"/>
    <p:sldId id="321" r:id="rId31"/>
    <p:sldId id="322" r:id="rId32"/>
    <p:sldId id="323" r:id="rId33"/>
    <p:sldId id="324" r:id="rId34"/>
    <p:sldId id="325" r:id="rId35"/>
    <p:sldId id="326" r:id="rId36"/>
    <p:sldId id="327" r:id="rId37"/>
    <p:sldId id="328" r:id="rId38"/>
    <p:sldId id="296" r:id="rId39"/>
    <p:sldId id="329" r:id="rId40"/>
    <p:sldId id="330" r:id="rId41"/>
    <p:sldId id="331" r:id="rId42"/>
    <p:sldId id="332" r:id="rId43"/>
    <p:sldId id="333" r:id="rId44"/>
    <p:sldId id="334" r:id="rId45"/>
    <p:sldId id="335" r:id="rId46"/>
    <p:sldId id="336" r:id="rId47"/>
    <p:sldId id="337" r:id="rId48"/>
    <p:sldId id="343" r:id="rId49"/>
    <p:sldId id="344" r:id="rId50"/>
    <p:sldId id="345" r:id="rId51"/>
    <p:sldId id="349" r:id="rId52"/>
    <p:sldId id="346" r:id="rId53"/>
    <p:sldId id="347" r:id="rId54"/>
    <p:sldId id="348" r:id="rId55"/>
    <p:sldId id="350" r:id="rId56"/>
    <p:sldId id="351" r:id="rId57"/>
    <p:sldId id="352" r:id="rId58"/>
    <p:sldId id="354" r:id="rId59"/>
    <p:sldId id="353" r:id="rId60"/>
    <p:sldId id="355" r:id="rId61"/>
    <p:sldId id="356" r:id="rId62"/>
    <p:sldId id="358" r:id="rId63"/>
    <p:sldId id="357" r:id="rId64"/>
    <p:sldId id="359" r:id="rId65"/>
    <p:sldId id="360" r:id="rId66"/>
    <p:sldId id="361" r:id="rId67"/>
    <p:sldId id="362" r:id="rId68"/>
    <p:sldId id="363" r:id="rId69"/>
    <p:sldId id="364" r:id="rId70"/>
    <p:sldId id="365" r:id="rId71"/>
    <p:sldId id="366" r:id="rId72"/>
    <p:sldId id="338" r:id="rId73"/>
    <p:sldId id="368" r:id="rId74"/>
    <p:sldId id="369" r:id="rId75"/>
    <p:sldId id="265" r:id="rId76"/>
  </p:sldIdLst>
  <p:sldSz cx="9144000" cy="6858000" type="screen4x3"/>
  <p:notesSz cx="6858000" cy="9144000"/>
  <p:embeddedFontLst>
    <p:embeddedFont>
      <p:font typeface="Aharoni" panose="02010803020104030203" pitchFamily="2" charset="-79"/>
      <p:bold r:id="rId78"/>
    </p:embeddedFont>
    <p:embeddedFont>
      <p:font typeface="Fira Sans ExtraLight" panose="020B0403050000020004" pitchFamily="34" charset="0"/>
      <p:regular r:id="rId79"/>
      <p:bold r:id="rId80"/>
      <p:italic r:id="rId81"/>
      <p:boldItalic r:id="rId82"/>
    </p:embeddedFont>
    <p:embeddedFont>
      <p:font typeface="Fira Sans Light" panose="020B0403050000020004" pitchFamily="34" charset="0"/>
      <p:regular r:id="rId83"/>
      <p:bold r:id="rId84"/>
      <p:italic r:id="rId85"/>
      <p:boldItalic r:id="rId86"/>
    </p:embeddedFont>
    <p:embeddedFont>
      <p:font typeface="Gill Sans" panose="020B0604020202020204" charset="0"/>
      <p:regular r:id="rId87"/>
      <p:bold r:id="rId8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9" roundtripDataSignature="AMtx7mhN2TFhGOEPlT+eHhVoXEU+NRup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40000"/>
    <a:srgbClr val="797979"/>
    <a:srgbClr val="C00000"/>
    <a:srgbClr val="6EA56C"/>
    <a:srgbClr val="3F8AA8"/>
    <a:srgbClr val="545454"/>
    <a:srgbClr val="0D6B91"/>
    <a:srgbClr val="9E9E9E"/>
    <a:srgbClr val="3AC6E1"/>
    <a:srgbClr val="0660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3" autoAdjust="0"/>
    <p:restoredTop sz="95400" autoAdjust="0"/>
  </p:normalViewPr>
  <p:slideViewPr>
    <p:cSldViewPr snapToGrid="0">
      <p:cViewPr varScale="1">
        <p:scale>
          <a:sx n="105" d="100"/>
          <a:sy n="105" d="100"/>
        </p:scale>
        <p:origin x="1776" y="114"/>
      </p:cViewPr>
      <p:guideLst/>
    </p:cSldViewPr>
  </p:slideViewPr>
  <p:notesTextViewPr>
    <p:cViewPr>
      <p:scale>
        <a:sx n="1" d="1"/>
        <a:sy n="1" d="1"/>
      </p:scale>
      <p:origin x="0" y="0"/>
    </p:cViewPr>
  </p:notesTextViewPr>
  <p:notesViewPr>
    <p:cSldViewPr snapToGrid="0">
      <p:cViewPr varScale="1">
        <p:scale>
          <a:sx n="61" d="100"/>
          <a:sy n="61" d="100"/>
        </p:scale>
        <p:origin x="3245" y="5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7.fntdata"/><Relationship Id="rId89" Type="http://customschemas.google.com/relationships/presentationmetadata" Target="metadata"/><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font" Target="fonts/font2.fntdata"/><Relationship Id="rId5" Type="http://schemas.openxmlformats.org/officeDocument/2006/relationships/slideMaster" Target="slideMasters/slideMaster5.xml"/><Relationship Id="rId90" Type="http://schemas.openxmlformats.org/officeDocument/2006/relationships/presProps" Target="presProp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font" Target="fonts/font3.fntdata"/><Relationship Id="rId85" Type="http://schemas.openxmlformats.org/officeDocument/2006/relationships/font" Target="fonts/font8.fntdata"/><Relationship Id="rId93"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10.fntdata"/><Relationship Id="rId61" Type="http://schemas.openxmlformats.org/officeDocument/2006/relationships/slide" Target="slides/slide56.xml"/><Relationship Id="rId82" Type="http://schemas.openxmlformats.org/officeDocument/2006/relationships/font" Target="fonts/font5.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8800643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37" name="Google Shape;13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2837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6B5C7-46D4-C151-F5F6-9318E299F8A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DE36F65-AC83-99B3-A495-66DD33F4819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9DCBB24-4886-719D-3743-3067126F2FB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DCDB282-8B35-BA44-CBAA-0389D58472B5}"/>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15953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7272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1067A-8340-ABEF-AB97-B040C032D2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72292C-9518-2F5A-E4BE-D6BA598F085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F2D3DD8-FF36-54EB-A01C-AB0A73B054A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1A8E05E-E916-07B3-73D3-26ED7F95F273}"/>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93190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781C9-0567-000D-6EC9-968623741B2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95CC999-660F-AC07-A1F4-CFA83AE179F7}"/>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FDFAA1CF-1AF9-5781-7FB9-4B14EB55CD3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C353F19-DD78-85BC-C93E-C8FD1FA3934B}"/>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41653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EF1B1-1D23-14F6-BE96-23C83BC92AF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450FFE-EA5D-B416-9A0E-E7F1917B25D4}"/>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8372A10-A798-2ECD-E1CB-03803C2DF61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055F2F7-10CB-B626-E62C-45723F3C1E29}"/>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61362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58E5C-55C4-6623-B34D-92394A135D6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356788-603D-B709-BE4B-68EAC00B602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5BF2E3A0-4599-F2EE-1EBB-8C796615690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F913422-47F4-CC99-E69A-DE30C56FE3DF}"/>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05150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2545-A545-5981-4765-77843CAD852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ECDBC16-342C-79D6-6D1B-BBD4E6EF075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B422841-4E79-2929-2917-1D4574F2A25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04055B7-2D6F-13E4-8FBE-CE1343BEC07E}"/>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3472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C572D-BDF0-02E8-26CB-3587D2AE81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DA807D-5B58-8CC5-00C2-CA9D4115A68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BCC8825-B741-551F-F08C-0620FC39C04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367B79B-8F8F-0603-8DC3-7CD4C65DBC69}"/>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82728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15806F55-F4B4-BAB8-082B-5492FEBB2C3E}"/>
            </a:ext>
          </a:extLst>
        </p:cNvPr>
        <p:cNvGrpSpPr/>
        <p:nvPr/>
      </p:nvGrpSpPr>
      <p:grpSpPr>
        <a:xfrm>
          <a:off x="0" y="0"/>
          <a:ext cx="0" cy="0"/>
          <a:chOff x="0" y="0"/>
          <a:chExt cx="0" cy="0"/>
        </a:xfrm>
      </p:grpSpPr>
      <p:sp>
        <p:nvSpPr>
          <p:cNvPr id="158" name="Google Shape;158;g17266f23d4b_0_11:notes">
            <a:extLst>
              <a:ext uri="{FF2B5EF4-FFF2-40B4-BE49-F238E27FC236}">
                <a16:creationId xmlns:a16="http://schemas.microsoft.com/office/drawing/2014/main" id="{DA70374E-E612-24E2-CEF2-4CB3410FB3E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g17266f23d4b_0_11:notes">
            <a:extLst>
              <a:ext uri="{FF2B5EF4-FFF2-40B4-BE49-F238E27FC236}">
                <a16:creationId xmlns:a16="http://schemas.microsoft.com/office/drawing/2014/main" id="{D9088C49-9843-3CE1-A96B-CA450DE8E17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188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E7C5A-495D-DC4B-33AC-2E0815C571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2B8F245-01FD-1F1A-9325-E84443AD3F8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6711700E-EC2A-ABC9-165D-45FB19D8B32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80885ED-FA8E-060B-4952-5CAE46E60A1E}"/>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4814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17266f23d4b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g17266f23d4b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2954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D001A-75C7-2641-6975-E3E4FF2BDA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F3A9B6D-2FA0-3B9E-E66D-37002FACA36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9875571D-36CE-2D3A-0CB2-2B800F1987B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0A3D40D-1B52-E01C-DAB3-1D13F7C73ACF}"/>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13</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26796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300D8-4245-406C-C7D4-3FFA8385B16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0350E99-6623-53B8-DD79-4851ABD8B8A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25F8E62-2B68-5AFD-7427-D2ACB627C4F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F2810FE-56ED-D982-B9B7-5BFD36818127}"/>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55284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6C3C9-B3C2-BA37-886D-229C7228B1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3E47B0C-5F06-EFB2-10FC-5BB35913E36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25809A44-62F4-82A1-AEF5-6CF1C7ABFCA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AB76956-5474-170E-AF19-392A96B7FF6D}"/>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05921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5264F-85A7-5A5D-2F6E-BA5ACDC8558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CF203A2-7D0E-6A04-831F-021616262D5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12C1D15-87A0-C4DE-126B-ECB18F5D11C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58E6CCB-693E-943E-137C-38121F094BCD}"/>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539307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DCB59-25B2-A71E-3F66-984256A413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FE00DB-D694-1CF6-4809-51C8E9CFF26B}"/>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0F1F608-1FDF-77FA-CFCA-96B041E23D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253BB3F-8544-B2C4-86E2-FF9FEEB9FC83}"/>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19726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2C757-3567-936C-7A61-3DE4B149A10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3005C63-797A-210F-1883-1705D8D6A94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3004203-8256-588C-0FB5-D41A48E9C86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E323C25-DFF8-966A-0178-B2E89282237B}"/>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925533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30E47-7F3D-5629-14EF-DFE2492B366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4645FD-A163-B227-2032-3A35106770C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2EE13B5-58BD-7911-C865-FCDD54136C2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8EAF0B-75DC-8C60-CCD6-EF4B8D366C98}"/>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8332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17227-0BAB-B0B9-168A-48AE526CEB3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081AB1-676D-9D2C-F500-F1EABC8AF50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14732E0-3C66-10F8-AA17-4A60D5C9BF2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48237E2-6719-580D-D700-BB28A9B1A902}"/>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22453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BB436-876A-25B7-ED67-DBEA1F6C78D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780D2C-630B-9154-3D81-70003DB7903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FC46F55-818E-2F03-C14A-1EF6348C569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1230975-E61C-F4E1-06FF-80E3DBFC673C}"/>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929355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7424-9227-C86D-1B2A-7CD39C9917F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E41897-73E4-1FD1-871E-00833332E0D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5867B882-D043-9D3F-BC5B-68EE12A01A4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C0D3FA2-4313-0B0F-9321-F82950011409}"/>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99639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9F0D0-B6B8-D253-86B1-1D36D69E10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5594E05-15FE-ABD2-CF8A-206FECFF365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CDC7060-3577-FD8E-2753-BEBA0BD4D57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814D0BB-55D0-2AEC-9060-46A054D8BBEF}"/>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23</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779135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DF7FF-9FED-1BD7-3600-C21466A43FF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06BEE1-C9CE-EFB6-08F1-90D77D37527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05358D95-428E-7653-28AE-17415C611B8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B4EC698-562E-15A6-6F6B-88CBC37779E4}"/>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934346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A7E3B-729D-3856-5FAB-D4ECE7AB986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A48082-9AC1-2C21-1938-9C3D826EC2C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29F7C605-8EE5-5D99-2B1C-3E47C9727AE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DE07994-3D28-E82A-6A96-C7196253012B}"/>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1796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92490-7492-B38C-4C39-F88F5E36251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AB70D3-5FC3-1509-F7EE-6B6D97BDFB7B}"/>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F10FA21-F165-F9BD-B937-E4302AF8A17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22EE1FC-8700-8B35-37FC-3AC355065979}"/>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8364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BD26C-BE32-BFDD-039A-8ADDE3C9A3B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1D80C2-A55F-E8B4-ACF1-C78FC000649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62F56535-D6BF-3828-DC3E-3674FAE96CB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A8B3A0B-A844-E257-91AE-F1A93D3279E8}"/>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286330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ABA96-82CE-1C6B-EB66-46A9949290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7F56077-91BD-E18E-C6A8-678F6C47B49B}"/>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01AF02C-AD82-DC1D-B622-7B5437B4A88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5A88F46-E231-A636-B9F2-6837E9D5522A}"/>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573826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E9199-6B69-C065-4822-1A80AE00DC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23904B-9887-463F-7A23-D1C44151D8C7}"/>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AA40002-7809-393B-3960-ADD352CFD17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E4C1162-BC83-68F2-A234-0DEAAC969DCC}"/>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2495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E16A6-025C-6537-4DE2-4AD5FA9BC0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D34FC6-47D0-4B63-E4DC-43F098E12DC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6FA418E-A2D2-191E-B8E1-91D769BC291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9464F3B-C0BC-9297-5D14-0FA799CCBEB0}"/>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90181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EC715-6991-2058-9A4B-FB1FC9D2B3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59EE046-9621-1084-FB47-D04EB1CB561B}"/>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B7E40DE-24BA-7E5D-EF3F-39371C9C8B4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2C6DF46-2BC0-E66C-43F2-6FF7DA8A32F3}"/>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315091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4AEF1-19C7-851D-7B33-9C614AD13C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EDEEDB-DC5B-0FD8-AE5D-AEB60CAFD97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9C3A599-10A3-B919-47C7-E4DBAE9830F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C880540-CFA0-BD18-93AF-AC0676385774}"/>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311399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6EB188E5-0DE6-14DF-BA23-B447241C32B8}"/>
            </a:ext>
          </a:extLst>
        </p:cNvPr>
        <p:cNvGrpSpPr/>
        <p:nvPr/>
      </p:nvGrpSpPr>
      <p:grpSpPr>
        <a:xfrm>
          <a:off x="0" y="0"/>
          <a:ext cx="0" cy="0"/>
          <a:chOff x="0" y="0"/>
          <a:chExt cx="0" cy="0"/>
        </a:xfrm>
      </p:grpSpPr>
      <p:sp>
        <p:nvSpPr>
          <p:cNvPr id="158" name="Google Shape;158;g17266f23d4b_0_11:notes">
            <a:extLst>
              <a:ext uri="{FF2B5EF4-FFF2-40B4-BE49-F238E27FC236}">
                <a16:creationId xmlns:a16="http://schemas.microsoft.com/office/drawing/2014/main" id="{0DD14510-C36E-C1A0-3617-9613F9763B8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g17266f23d4b_0_11:notes">
            <a:extLst>
              <a:ext uri="{FF2B5EF4-FFF2-40B4-BE49-F238E27FC236}">
                <a16:creationId xmlns:a16="http://schemas.microsoft.com/office/drawing/2014/main" id="{BC021C86-5831-5972-175C-DC7CE219D7F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57587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413855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72C6B-7EE4-C7C2-A88C-8C4A81033DD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09E8A5-0CC4-0CAD-79F8-849F8CB7CB04}"/>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05329F61-EE99-FB6A-E570-CAD7C960313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3FEDB50-8A82-D01D-ADE3-AA8BEDC5DB2A}"/>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99524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D3E7-F0D4-4E82-7C5C-4B1C36EDC4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85670D-3B2B-C770-186D-92F9527FA66B}"/>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288840A-4926-8AB3-B7D2-6B6B605BFC3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ED7389F-4D76-0065-ABD7-C5EBC5119F4C}"/>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633393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7E076-1B46-5B0B-46DC-94AFF9BD56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8A2E860-9C8C-5C79-3C6C-75DAB404042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69B59798-42E4-9C88-BCE1-CE2DC1FD2F7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0E93CB9-83CA-0F4A-E9D3-CE0CA9ED4287}"/>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98390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97AC-E71A-9836-7F8C-87F32D9C1A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0FE519D-6C60-C9F2-F1F1-EAF215DC6147}"/>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908ADFA-A428-3DD9-214F-999FFB3DB3C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E942DB0-D939-106C-BA21-0A7201952874}"/>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290028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26AB8-49C4-3DB5-2BBA-551F370066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B8CC882-2987-DA78-1048-0A91B6CCE5F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2F198E6-1B20-5202-CD5D-29EF6F9C5EC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75A8BF6-F9D7-F8CF-1D97-885A831F4B01}"/>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91568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EF434-926B-8204-50DF-47941266BF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762560-8D54-768A-4CB9-1FEB2CA1F55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63836E3-71A1-8E7C-BFD1-34B732AB028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02CF836-AB59-67C5-3D1C-874E10FE3173}"/>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674351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D63B-CAE0-3C9D-61E0-5B8DB20D40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78E623-7841-FED9-34BD-52B3BC36076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9A3122F6-1C72-FDD1-8CF0-455AE28F457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5D55359-252D-8BC5-F2D6-11DE74F32B93}"/>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511591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CD265-8384-429A-E37C-A571579B32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B92B25-0054-F054-68C0-5B2F8FD858B4}"/>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C406D79-C9A3-2D0B-E58E-8DB690C7CBC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389DDC3-26F1-835E-F163-7DDBA99889E3}"/>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25245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85AB2EF1-22A1-B913-ED26-8A73BB28A94A}"/>
            </a:ext>
          </a:extLst>
        </p:cNvPr>
        <p:cNvGrpSpPr/>
        <p:nvPr/>
      </p:nvGrpSpPr>
      <p:grpSpPr>
        <a:xfrm>
          <a:off x="0" y="0"/>
          <a:ext cx="0" cy="0"/>
          <a:chOff x="0" y="0"/>
          <a:chExt cx="0" cy="0"/>
        </a:xfrm>
      </p:grpSpPr>
      <p:sp>
        <p:nvSpPr>
          <p:cNvPr id="158" name="Google Shape;158;g17266f23d4b_0_11:notes">
            <a:extLst>
              <a:ext uri="{FF2B5EF4-FFF2-40B4-BE49-F238E27FC236}">
                <a16:creationId xmlns:a16="http://schemas.microsoft.com/office/drawing/2014/main" id="{27BF86AF-EC2A-35E6-2086-A4C5A07EEDA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g17266f23d4b_0_11:notes">
            <a:extLst>
              <a:ext uri="{FF2B5EF4-FFF2-40B4-BE49-F238E27FC236}">
                <a16:creationId xmlns:a16="http://schemas.microsoft.com/office/drawing/2014/main" id="{DB2641A0-47FB-8D3D-6371-66BA80FFF4D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36205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87A4C-7470-9B87-1754-1E7C07FC24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7D95D0-B88F-2FE3-202C-A44C95C0019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A208E4C-FD18-72D8-085C-8F94923F50D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CBF1341-5D4E-E785-BFE4-B0F2DDAC63E2}"/>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893317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18417-9A73-60BF-8FBA-DD1975F2F57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5EF461-034F-2171-D298-8E542A416E8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607F6FA-B5A7-78CA-74F3-8AAA9832DB2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52115C-18B0-BD54-1564-FE7FD737BB5C}"/>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378255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2C10C-35D0-F0FD-AAEB-2F5E0B8ED32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5FF843C-3801-C4E7-A3B7-91368D5D1E7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C9394E9-6D3D-5CFE-14B5-704EE558BE0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749ECB-24CA-A1FD-BE1E-D275AB939E06}"/>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05343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5FD18-7D31-3D93-B51F-EF2056779E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82B1180-224E-226A-6E85-FEF57854304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83341A6-593B-8062-45A8-42E14279633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F5D0860-6EDE-0A55-196A-2C28B9B71512}"/>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633213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F6770-D4CE-C35E-9522-99CD14841B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B9F9AC4-6C7E-9553-4794-8CE308DC81D4}"/>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3DC29BE-6BDB-E1B7-4D56-97320AFA0D5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8C1B2CE-952D-2747-B37F-1BCEB5BAF7DC}"/>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377410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5D9AE-9AA4-7333-F327-0650C07353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3164C08-38D6-5675-BD8B-98C33634CE7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E08B855-28ED-0913-26D3-864B5492555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4513E53-A9B0-8A03-F76B-D3EEE64BF8AC}"/>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927482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7138A-A333-DB82-ECB2-D1021DB3C66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F803399-B9ED-C993-411D-E1FDD2464D1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ECF99B7-7285-8ACF-AEA1-3DF66147525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0016746-2166-3671-1AA6-1BAA0CDFEF03}"/>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284963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64435-7EC9-393E-32DB-10175D145F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78634D8-1EAA-4256-291F-7C9AA86D30FB}"/>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DA58BEE-4F66-0D14-8D23-733A1B727DC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EF79EC2-4690-5772-AE2E-C01284CCB386}"/>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838038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D2134-4DA8-3A3F-69F5-61FE9F68D6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F2C830-148B-4F9A-DC76-825361238604}"/>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942DB0C3-9037-B870-471E-5DDD8DB2973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7650B3D-8C82-3A41-A353-846D3D97B894}"/>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420301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71585-65BE-BE1C-36F4-3A960216B8C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7CBF907-7E57-8F01-DBD9-80D76F7D35C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335C9FF-F0AB-E8E2-ABF8-6D95156F1C1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09A0F6E-F572-ADE6-EA1D-5419E20DB1C2}"/>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53</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818218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DC4C8-31DC-6AFC-207C-2502DF571E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DE56C2-F246-DC94-8710-4E7DA053D43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9D2BD58B-8FF8-9F0C-460D-014AF4F6B1D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44E3F69-982C-D02E-316F-48279FC48D38}"/>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32085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8885-F961-9D31-AABD-5900417569F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8FC63B0-702D-4030-0DC2-827943FEB354}"/>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60713DA-486E-409F-24C6-911F1B87F11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D7458F7-B2C7-D0D1-2E3A-0E634BCF0346}"/>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456069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E52C1-66B9-BA58-8B5F-7EFD8A0589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71E698-38ED-2FEF-F6EF-D8CFC33B8F64}"/>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0B373B7-3A4C-E83D-5E6A-59519CBA9A9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834490C-2957-235A-C2F6-C8B66CBE4034}"/>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733779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D9105-3622-1FD5-32AA-68EBF5F7B6C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BD3A4AB-84E5-1882-E568-49F4F91BF866}"/>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F69422C8-8458-0294-86EE-50418B24334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0268DB1-BAD6-CC54-1D5E-54D23FE43841}"/>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749654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F5B25-E70D-B184-79C3-F8F5DF013E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8BF4C15-2453-D395-E8E3-49DA587C723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D217109-766D-103F-9F47-2C729A3488C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70923B8-0189-AB88-A849-D65EDECA0EDF}"/>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644077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ABD56-B7A0-0F12-EC8F-8747008CFD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08018A-9163-45AC-518A-EB323F8891F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2DEF621B-8895-9D84-264F-A0B0BE028A3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E148636-2F4C-2EB1-9876-0AA8072C80AC}"/>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0022549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66F54-55AF-30CC-6496-3235428E9EB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C39180-4989-8009-CCFE-6346211E104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839ACB3B-2452-C766-F7F0-DC5C3604287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8016F27-C0BC-4B92-9DFB-AE45D97EFB09}"/>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164786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7D6F-78E0-AA18-D074-B4FC147C9A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365F5A6-98A7-9B1A-3A6D-E7E150B63ED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9A46EF2-91C2-034A-C989-FB313E2D9CD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2CC62FB-CC4D-D1C5-19BD-5499D69D3BF0}"/>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818510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F0A2F-567A-A908-7215-0D1D0E4BAF5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4A4B0E2-DAB7-5BBE-842D-47CA311D627B}"/>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09CB7C5-DAF0-535B-6CA6-AB8ED6C2AD3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8F8D2F7-5F6D-036B-E58D-DB3CD4AEC7D7}"/>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1381754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7F6EE-5120-7D7E-1631-9B970564852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45CE1BA-5E31-A373-3298-08EBAC240DC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254B98E-D4C0-D0DD-1105-2872DBA7B9B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7319084-8F70-D80E-08AD-5DF15978EF30}"/>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63</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9760208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D7F00-D046-F547-79C0-D085EBB1ADB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854EA15-3DAC-8AC0-B5C6-4E80C21DF16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E6533C9-47C3-7CFA-ADB3-8A23754B000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4C59E3D-BB39-0B4A-B9F8-AF0F8DCE29A3}"/>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0913814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7A25F-1CC8-0C05-F09A-D4E54E44C6E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98F6A5F-C1B6-B629-8998-1BEBFFDC1B9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F3CCAE11-DE2B-0565-F944-BF1B9F72AAA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AF667A2-BAE3-9370-4763-BCA2895C9326}"/>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268446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DAC8B-937E-4AC7-6615-6BB586AA1E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D0CA123-7F81-1F12-7608-A0585F4F30D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27E4692-B017-65AC-4359-84E280E056A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32F57F1-EF9B-A1CC-65A2-1E92E1CF7A6C}"/>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061402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53EC6-198B-88C6-9A79-56610606AC2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987BC48-B72A-A6A2-F4EF-0597AA3F9ED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2C872ED-2DD0-F645-2FC0-A8842DABA2B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982F6FD-85BC-DE97-6A8C-9BE1727D1164}"/>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6624655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447E3-FFD3-954A-9343-4E162509F90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F755A12-DEF0-ABC8-AE98-B3AF97F4D985}"/>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6969CE6-144C-9136-0DB2-AA02424BAC0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BA47B19-1268-B979-5BD6-6D6B528EF6BE}"/>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416450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1C5B3-3410-AB39-8E32-BB47FAE87F1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C935E87-ECA8-7F12-24C0-C5D9461BCF4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FE02B47-9C9F-901D-7B88-0939249F2A1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6B6B24F-4279-7E76-A8FA-45C9267F8D66}"/>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072075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8486B-CC94-22E0-2D61-185E1B099D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97425CD-55EF-48DD-6ACF-4C13BDC762F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9213F84-B595-1E5D-0167-2602B4C0EEF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AF231C4-2D93-669A-3C09-AB24A6471779}"/>
              </a:ext>
            </a:extLst>
          </p:cNvPr>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70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2889528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96" name="Google Shape;196;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2536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2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sposition personnalisée">
  <p:cSld name="Disposition personnalisée">
    <p:spTree>
      <p:nvGrpSpPr>
        <p:cNvPr id="1" name="Shape 60"/>
        <p:cNvGrpSpPr/>
        <p:nvPr/>
      </p:nvGrpSpPr>
      <p:grpSpPr>
        <a:xfrm>
          <a:off x="0" y="0"/>
          <a:ext cx="0" cy="0"/>
          <a:chOff x="0" y="0"/>
          <a:chExt cx="0" cy="0"/>
        </a:xfrm>
      </p:grpSpPr>
      <p:sp>
        <p:nvSpPr>
          <p:cNvPr id="61" name="Google Shape;61;p1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72"/>
        <p:cNvGrpSpPr/>
        <p:nvPr/>
      </p:nvGrpSpPr>
      <p:grpSpPr>
        <a:xfrm>
          <a:off x="0" y="0"/>
          <a:ext cx="0" cy="0"/>
          <a:chOff x="0" y="0"/>
          <a:chExt cx="0" cy="0"/>
        </a:xfrm>
      </p:grpSpPr>
      <p:sp>
        <p:nvSpPr>
          <p:cNvPr id="73" name="Google Shape;73;p1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et contenu">
  <p:cSld name="1_Titre et contenu">
    <p:spTree>
      <p:nvGrpSpPr>
        <p:cNvPr id="1" name="Shape 118"/>
        <p:cNvGrpSpPr/>
        <p:nvPr/>
      </p:nvGrpSpPr>
      <p:grpSpPr>
        <a:xfrm>
          <a:off x="0" y="0"/>
          <a:ext cx="0" cy="0"/>
          <a:chOff x="0" y="0"/>
          <a:chExt cx="0" cy="0"/>
        </a:xfrm>
      </p:grpSpPr>
      <p:sp>
        <p:nvSpPr>
          <p:cNvPr id="119" name="Google Shape;119;p2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solidFill>
                  <a:srgbClr val="3F3F3F"/>
                </a:solidFill>
                <a:latin typeface="Gill Sans"/>
                <a:ea typeface="Gill Sans"/>
                <a:cs typeface="Gill Sans"/>
                <a:sym typeface="Gill Sans"/>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120" name="Google Shape;120;p28"/>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1579636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de section">
  <p:cSld name="Titre de section">
    <p:spTree>
      <p:nvGrpSpPr>
        <p:cNvPr id="1" name="Shape 133"/>
        <p:cNvGrpSpPr/>
        <p:nvPr/>
      </p:nvGrpSpPr>
      <p:grpSpPr>
        <a:xfrm>
          <a:off x="0" y="0"/>
          <a:ext cx="0" cy="0"/>
          <a:chOff x="0" y="0"/>
          <a:chExt cx="0" cy="0"/>
        </a:xfrm>
      </p:grpSpPr>
      <p:sp>
        <p:nvSpPr>
          <p:cNvPr id="134" name="Google Shape;134;p3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
        <p:nvSpPr>
          <p:cNvPr id="15" name="Google Shape;15;p11"/>
          <p:cNvSpPr txBox="1"/>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fr-FR" sz="4400" b="0" i="0" u="none" strike="noStrike" cap="none">
                <a:solidFill>
                  <a:schemeClr val="dk1"/>
                </a:solidFill>
                <a:latin typeface="Calibri"/>
                <a:ea typeface="Calibri"/>
                <a:cs typeface="Calibri"/>
                <a:sym typeface="Calibri"/>
              </a:rPr>
              <a:t>Modifiez le style du titre</a:t>
            </a:r>
            <a:endParaRPr sz="4400" b="0" i="0" u="none" strike="noStrike" cap="none">
              <a:solidFill>
                <a:schemeClr val="dk1"/>
              </a:solidFill>
              <a:latin typeface="Calibri"/>
              <a:ea typeface="Calibri"/>
              <a:cs typeface="Calibri"/>
              <a:sym typeface="Calibri"/>
            </a:endParaRPr>
          </a:p>
        </p:txBody>
      </p:sp>
      <p:sp>
        <p:nvSpPr>
          <p:cNvPr id="16" name="Google Shape;16;p11"/>
          <p:cNvSpPr txBo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800"/>
              <a:buFont typeface="Arial"/>
              <a:buChar char="•"/>
            </a:pPr>
            <a:r>
              <a:rPr lang="fr-FR" sz="2800" b="0" i="0" u="none" strike="noStrike" cap="none">
                <a:solidFill>
                  <a:schemeClr val="dk1"/>
                </a:solidFill>
                <a:latin typeface="Calibri"/>
                <a:ea typeface="Calibri"/>
                <a:cs typeface="Calibri"/>
                <a:sym typeface="Calibri"/>
              </a:rPr>
              <a:t>Cliquez pour modifier les styles du texte du masque</a:t>
            </a:r>
            <a:endParaRPr sz="1400" b="0" i="0" u="none" strike="noStrike" cap="none">
              <a:solidFill>
                <a:srgbClr val="000000"/>
              </a:solidFill>
              <a:latin typeface="Arial"/>
              <a:ea typeface="Arial"/>
              <a:cs typeface="Arial"/>
              <a:sym typeface="Arial"/>
            </a:endParaRPr>
          </a:p>
          <a:p>
            <a:pPr marL="685800" marR="0" lvl="1" indent="-228600" algn="l" rtl="0">
              <a:lnSpc>
                <a:spcPct val="90000"/>
              </a:lnSpc>
              <a:spcBef>
                <a:spcPts val="500"/>
              </a:spcBef>
              <a:spcAft>
                <a:spcPts val="0"/>
              </a:spcAft>
              <a:buClr>
                <a:schemeClr val="dk1"/>
              </a:buClr>
              <a:buSzPts val="2400"/>
              <a:buFont typeface="Arial"/>
              <a:buChar char="•"/>
            </a:pPr>
            <a:r>
              <a:rPr lang="fr-FR" sz="2400" b="0" i="0" u="none" strike="noStrike" cap="none">
                <a:solidFill>
                  <a:schemeClr val="dk1"/>
                </a:solidFill>
                <a:latin typeface="Calibri"/>
                <a:ea typeface="Calibri"/>
                <a:cs typeface="Calibri"/>
                <a:sym typeface="Calibri"/>
              </a:rPr>
              <a:t>Deuxième niveau</a:t>
            </a:r>
            <a:endParaRPr sz="1400" b="0" i="0" u="none" strike="noStrike" cap="none">
              <a:solidFill>
                <a:srgbClr val="000000"/>
              </a:solidFill>
              <a:latin typeface="Arial"/>
              <a:ea typeface="Arial"/>
              <a:cs typeface="Arial"/>
              <a:sym typeface="Arial"/>
            </a:endParaRPr>
          </a:p>
          <a:p>
            <a:pPr marL="1143000" marR="0" lvl="2" indent="-228600" algn="l" rtl="0">
              <a:lnSpc>
                <a:spcPct val="90000"/>
              </a:lnSpc>
              <a:spcBef>
                <a:spcPts val="500"/>
              </a:spcBef>
              <a:spcAft>
                <a:spcPts val="0"/>
              </a:spcAft>
              <a:buClr>
                <a:schemeClr val="dk1"/>
              </a:buClr>
              <a:buSzPts val="2000"/>
              <a:buFont typeface="Arial"/>
              <a:buChar char="•"/>
            </a:pPr>
            <a:r>
              <a:rPr lang="fr-FR" sz="2000" b="0" i="0" u="none" strike="noStrike" cap="none">
                <a:solidFill>
                  <a:schemeClr val="dk1"/>
                </a:solidFill>
                <a:latin typeface="Calibri"/>
                <a:ea typeface="Calibri"/>
                <a:cs typeface="Calibri"/>
                <a:sym typeface="Calibri"/>
              </a:rPr>
              <a:t>Troisième niveau</a:t>
            </a:r>
            <a:endParaRPr sz="1400" b="0" i="0" u="none" strike="noStrike" cap="none">
              <a:solidFill>
                <a:srgbClr val="000000"/>
              </a:solidFill>
              <a:latin typeface="Arial"/>
              <a:ea typeface="Arial"/>
              <a:cs typeface="Arial"/>
              <a:sym typeface="Arial"/>
            </a:endParaRPr>
          </a:p>
          <a:p>
            <a:pPr marL="1600200" marR="0" lvl="3" indent="-228600" algn="l" rtl="0">
              <a:lnSpc>
                <a:spcPct val="90000"/>
              </a:lnSpc>
              <a:spcBef>
                <a:spcPts val="500"/>
              </a:spcBef>
              <a:spcAft>
                <a:spcPts val="0"/>
              </a:spcAft>
              <a:buClr>
                <a:schemeClr val="dk1"/>
              </a:buClr>
              <a:buSzPts val="1800"/>
              <a:buFont typeface="Arial"/>
              <a:buChar char="•"/>
            </a:pPr>
            <a:r>
              <a:rPr lang="fr-FR" sz="1800" b="0" i="0" u="none" strike="noStrike" cap="none">
                <a:solidFill>
                  <a:schemeClr val="dk1"/>
                </a:solidFill>
                <a:latin typeface="Calibri"/>
                <a:ea typeface="Calibri"/>
                <a:cs typeface="Calibri"/>
                <a:sym typeface="Calibri"/>
              </a:rPr>
              <a:t>Quatrième niveau</a:t>
            </a:r>
            <a:endParaRPr sz="1400" b="0" i="0" u="none" strike="noStrike" cap="none">
              <a:solidFill>
                <a:srgbClr val="000000"/>
              </a:solidFill>
              <a:latin typeface="Arial"/>
              <a:ea typeface="Arial"/>
              <a:cs typeface="Arial"/>
              <a:sym typeface="Arial"/>
            </a:endParaRPr>
          </a:p>
          <a:p>
            <a:pPr marL="2057400" marR="0" lvl="4" indent="-228600" algn="l" rtl="0">
              <a:lnSpc>
                <a:spcPct val="90000"/>
              </a:lnSpc>
              <a:spcBef>
                <a:spcPts val="500"/>
              </a:spcBef>
              <a:spcAft>
                <a:spcPts val="0"/>
              </a:spcAft>
              <a:buClr>
                <a:schemeClr val="dk1"/>
              </a:buClr>
              <a:buSzPts val="1800"/>
              <a:buFont typeface="Arial"/>
              <a:buChar char="•"/>
            </a:pPr>
            <a:r>
              <a:rPr lang="fr-FR" sz="1800" b="0" i="0" u="none" strike="noStrike" cap="none">
                <a:solidFill>
                  <a:schemeClr val="dk1"/>
                </a:solidFill>
                <a:latin typeface="Calibri"/>
                <a:ea typeface="Calibri"/>
                <a:cs typeface="Calibri"/>
                <a:sym typeface="Calibri"/>
              </a:rPr>
              <a:t>Cinquième niveau</a:t>
            </a:r>
            <a:endParaRPr sz="1800" b="0" i="0" u="none" strike="noStrike" cap="none">
              <a:solidFill>
                <a:schemeClr val="dk1"/>
              </a:solidFill>
              <a:latin typeface="Calibri"/>
              <a:ea typeface="Calibri"/>
              <a:cs typeface="Calibri"/>
              <a:sym typeface="Calibri"/>
            </a:endParaRPr>
          </a:p>
        </p:txBody>
      </p:sp>
      <p:sp>
        <p:nvSpPr>
          <p:cNvPr id="17" name="Google Shape;17;p11"/>
          <p:cNvSpPr txBox="1"/>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rgbClr val="888888"/>
                </a:solidFill>
                <a:latin typeface="Calibri"/>
                <a:ea typeface="Calibri"/>
                <a:cs typeface="Calibri"/>
                <a:sym typeface="Calibri"/>
              </a:rPr>
              <a:t>26/09/2022</a:t>
            </a:r>
            <a:endParaRPr sz="1200" b="0" i="0" u="none" strike="noStrike" cap="none">
              <a:solidFill>
                <a:srgbClr val="888888"/>
              </a:solidFill>
              <a:latin typeface="Calibri"/>
              <a:ea typeface="Calibri"/>
              <a:cs typeface="Calibri"/>
              <a:sym typeface="Calibri"/>
            </a:endParaRPr>
          </a:p>
        </p:txBody>
      </p:sp>
      <p:sp>
        <p:nvSpPr>
          <p:cNvPr id="18" name="Google Shape;18;p11"/>
          <p:cNvSpPr txBox="1"/>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rgbClr val="888888"/>
                </a:solidFill>
                <a:latin typeface="Calibri"/>
                <a:ea typeface="Calibri"/>
                <a:cs typeface="Calibri"/>
                <a:sym typeface="Calibri"/>
              </a:rPr>
              <a:t>‹N°›</a:t>
            </a:fld>
            <a:endParaRPr sz="1200" b="0" i="0" u="none" strike="noStrike" cap="none">
              <a:solidFill>
                <a:srgbClr val="888888"/>
              </a:solidFill>
              <a:latin typeface="Calibri"/>
              <a:ea typeface="Calibri"/>
              <a:cs typeface="Calibri"/>
              <a:sym typeface="Calibri"/>
            </a:endParaRPr>
          </a:p>
        </p:txBody>
      </p:sp>
      <p:pic>
        <p:nvPicPr>
          <p:cNvPr id="19" name="Google Shape;19;p11"/>
          <p:cNvPicPr preferRelativeResize="0"/>
          <p:nvPr/>
        </p:nvPicPr>
        <p:blipFill rotWithShape="1">
          <a:blip r:embed="rId3">
            <a:alphaModFix/>
          </a:blip>
          <a:srcRect/>
          <a:stretch/>
        </p:blipFill>
        <p:spPr>
          <a:xfrm>
            <a:off x="1" y="0"/>
            <a:ext cx="9143999" cy="6858000"/>
          </a:xfrm>
          <a:prstGeom prst="rect">
            <a:avLst/>
          </a:prstGeom>
          <a:noFill/>
          <a:ln>
            <a:noFill/>
          </a:ln>
        </p:spPr>
      </p:pic>
      <p:sp>
        <p:nvSpPr>
          <p:cNvPr id="20" name="Google Shape;20;p11"/>
          <p:cNvSpPr txBox="1"/>
          <p:nvPr/>
        </p:nvSpPr>
        <p:spPr>
          <a:xfrm>
            <a:off x="658025" y="1685454"/>
            <a:ext cx="6811653" cy="45954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21" name="Google Shape;21;p11"/>
          <p:cNvSpPr txBox="1"/>
          <p:nvPr/>
        </p:nvSpPr>
        <p:spPr>
          <a:xfrm>
            <a:off x="649479" y="3461046"/>
            <a:ext cx="6766577" cy="466379"/>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2400"/>
              <a:buFont typeface="Calibri"/>
              <a:buNone/>
            </a:pPr>
            <a:endParaRPr sz="2400" b="0" i="0" u="none" strike="noStrike" cap="none">
              <a:solidFill>
                <a:schemeClr val="dk1"/>
              </a:solidFill>
              <a:latin typeface="Fira Sans ExtraLight"/>
              <a:ea typeface="Fira Sans ExtraLight"/>
              <a:cs typeface="Fira Sans ExtraLight"/>
              <a:sym typeface="Fira Sans ExtraLight"/>
            </a:endParaRPr>
          </a:p>
        </p:txBody>
      </p:sp>
      <p:cxnSp>
        <p:nvCxnSpPr>
          <p:cNvPr id="22" name="Google Shape;22;p11"/>
          <p:cNvCxnSpPr/>
          <p:nvPr/>
        </p:nvCxnSpPr>
        <p:spPr>
          <a:xfrm>
            <a:off x="760576" y="2984152"/>
            <a:ext cx="5689651" cy="0"/>
          </a:xfrm>
          <a:prstGeom prst="straightConnector1">
            <a:avLst/>
          </a:prstGeom>
          <a:noFill/>
          <a:ln w="28575" cap="rnd" cmpd="sng">
            <a:solidFill>
              <a:srgbClr val="A40000"/>
            </a:solidFill>
            <a:prstDash val="solid"/>
            <a:miter lim="800000"/>
            <a:headEnd type="none" w="sm" len="sm"/>
            <a:tailEnd type="none" w="sm" len="sm"/>
          </a:ln>
        </p:spPr>
      </p:cxnSp>
      <p:sp>
        <p:nvSpPr>
          <p:cNvPr id="23" name="Google Shape;23;p11"/>
          <p:cNvSpPr txBox="1"/>
          <p:nvPr/>
        </p:nvSpPr>
        <p:spPr>
          <a:xfrm>
            <a:off x="658026" y="2236573"/>
            <a:ext cx="6824160" cy="438261"/>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1800"/>
              <a:buFont typeface="Calibri"/>
              <a:buNone/>
            </a:pPr>
            <a:endParaRPr sz="1800" b="0" i="0" u="none" strike="noStrike" cap="none">
              <a:solidFill>
                <a:schemeClr val="dk1"/>
              </a:solidFill>
              <a:latin typeface="Fira Sans Light"/>
              <a:ea typeface="Fira Sans Light"/>
              <a:cs typeface="Fira Sans Light"/>
              <a:sym typeface="Fira Sans Light"/>
            </a:endParaRPr>
          </a:p>
        </p:txBody>
      </p:sp>
      <p:sp>
        <p:nvSpPr>
          <p:cNvPr id="24" name="Google Shape;24;p11"/>
          <p:cNvSpPr txBox="1"/>
          <p:nvPr/>
        </p:nvSpPr>
        <p:spPr>
          <a:xfrm>
            <a:off x="649479" y="3871246"/>
            <a:ext cx="6752717" cy="599274"/>
          </a:xfrm>
          <a:prstGeom prst="rect">
            <a:avLst/>
          </a:prstGeom>
          <a:noFill/>
          <a:ln>
            <a:noFill/>
          </a:ln>
        </p:spPr>
        <p:txBody>
          <a:bodyPr spcFirstLastPara="1" wrap="square" lIns="91425" tIns="45700" rIns="91425" bIns="45700" anchor="b" anchorCtr="0">
            <a:norm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Fira Sans Light"/>
              <a:ea typeface="Fira Sans Light"/>
              <a:cs typeface="Fira Sans Light"/>
              <a:sym typeface="Fira Sans Light"/>
            </a:endParaRPr>
          </a:p>
        </p:txBody>
      </p:sp>
      <p:sp>
        <p:nvSpPr>
          <p:cNvPr id="25" name="Google Shape;25;p11"/>
          <p:cNvSpPr txBox="1"/>
          <p:nvPr/>
        </p:nvSpPr>
        <p:spPr>
          <a:xfrm>
            <a:off x="649480" y="4426721"/>
            <a:ext cx="6747176" cy="362456"/>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1400"/>
              <a:buFont typeface="Calibri"/>
              <a:buNone/>
            </a:pPr>
            <a:endParaRPr sz="1400" b="0" i="0" u="none" strike="noStrike" cap="none">
              <a:solidFill>
                <a:schemeClr val="dk1"/>
              </a:solidFill>
              <a:latin typeface="Fira Sans Light"/>
              <a:ea typeface="Fira Sans Light"/>
              <a:cs typeface="Fira Sans Light"/>
              <a:sym typeface="Fira Sans Light"/>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1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3" name="Google Shape;53;p1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pic>
        <p:nvPicPr>
          <p:cNvPr id="56" name="Google Shape;56;p15"/>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57" name="Google Shape;57;p15"/>
          <p:cNvSpPr txBox="1"/>
          <p:nvPr/>
        </p:nvSpPr>
        <p:spPr>
          <a:xfrm>
            <a:off x="585921" y="1543614"/>
            <a:ext cx="7886700" cy="4351338"/>
          </a:xfrm>
          <a:prstGeom prst="rect">
            <a:avLst/>
          </a:prstGeom>
          <a:noFill/>
          <a:ln>
            <a:noFill/>
          </a:ln>
        </p:spPr>
        <p:txBody>
          <a:bodyPr spcFirstLastPara="1" wrap="square" lIns="91425" tIns="45700" rIns="91425" bIns="45700" anchor="t" anchorCtr="0">
            <a:normAutofit/>
          </a:bodyPr>
          <a:lstStyle/>
          <a:p>
            <a:pPr marL="0" marR="0" lvl="0" indent="0" algn="l" rtl="0">
              <a:lnSpc>
                <a:spcPct val="200000"/>
              </a:lnSpc>
              <a:spcBef>
                <a:spcPts val="0"/>
              </a:spcBef>
              <a:spcAft>
                <a:spcPts val="0"/>
              </a:spcAft>
              <a:buClr>
                <a:schemeClr val="dk1"/>
              </a:buClr>
              <a:buSzPts val="2000"/>
              <a:buFont typeface="Arial"/>
              <a:buNone/>
            </a:pPr>
            <a:endParaRPr sz="2000" b="0" i="0" u="none" strike="noStrike" cap="none">
              <a:solidFill>
                <a:srgbClr val="3F3F3F"/>
              </a:solidFill>
              <a:latin typeface="Gill Sans"/>
              <a:ea typeface="Gill Sans"/>
              <a:cs typeface="Gill Sans"/>
              <a:sym typeface="Gill Sans"/>
            </a:endParaRPr>
          </a:p>
          <a:p>
            <a:pPr marL="0" marR="0" lvl="0" indent="0" algn="l" rtl="0">
              <a:lnSpc>
                <a:spcPct val="200000"/>
              </a:lnSpc>
              <a:spcBef>
                <a:spcPts val="1000"/>
              </a:spcBef>
              <a:spcAft>
                <a:spcPts val="0"/>
              </a:spcAft>
              <a:buClr>
                <a:schemeClr val="dk1"/>
              </a:buClr>
              <a:buSzPts val="2000"/>
              <a:buFont typeface="Arial"/>
              <a:buNone/>
            </a:pPr>
            <a:endParaRPr sz="2000" b="0" i="0" u="none" strike="noStrike" cap="none">
              <a:solidFill>
                <a:srgbClr val="3F3F3F"/>
              </a:solidFill>
              <a:latin typeface="Gill Sans"/>
              <a:ea typeface="Gill Sans"/>
              <a:cs typeface="Gill Sans"/>
              <a:sym typeface="Gill Sans"/>
            </a:endParaRPr>
          </a:p>
        </p:txBody>
      </p:sp>
      <p:cxnSp>
        <p:nvCxnSpPr>
          <p:cNvPr id="58" name="Google Shape;58;p15"/>
          <p:cNvCxnSpPr/>
          <p:nvPr/>
        </p:nvCxnSpPr>
        <p:spPr>
          <a:xfrm rot="10800000">
            <a:off x="2341548" y="3631963"/>
            <a:ext cx="4469450" cy="0"/>
          </a:xfrm>
          <a:prstGeom prst="straightConnector1">
            <a:avLst/>
          </a:prstGeom>
          <a:noFill/>
          <a:ln w="28575" cap="rnd" cmpd="sng">
            <a:solidFill>
              <a:srgbClr val="D0B4C2"/>
            </a:solidFill>
            <a:prstDash val="solid"/>
            <a:miter lim="800000"/>
            <a:headEnd type="none" w="sm" len="sm"/>
            <a:tailEnd type="none" w="sm" len="sm"/>
          </a:ln>
        </p:spPr>
      </p:cxnSp>
      <p:cxnSp>
        <p:nvCxnSpPr>
          <p:cNvPr id="59" name="Google Shape;59;p15"/>
          <p:cNvCxnSpPr/>
          <p:nvPr/>
        </p:nvCxnSpPr>
        <p:spPr>
          <a:xfrm rot="10800000">
            <a:off x="2348671" y="3630538"/>
            <a:ext cx="924368" cy="0"/>
          </a:xfrm>
          <a:prstGeom prst="straightConnector1">
            <a:avLst/>
          </a:prstGeom>
          <a:noFill/>
          <a:ln w="28575" cap="rnd" cmpd="sng">
            <a:solidFill>
              <a:srgbClr val="A40000"/>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3" name="Google Shape;63;p17"/>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4" name="Google Shape;64;p1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5" name="Google Shape;65;p1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pic>
        <p:nvPicPr>
          <p:cNvPr id="68" name="Google Shape;68;p17"/>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69" name="Google Shape;69;p17"/>
          <p:cNvSpPr txBox="1"/>
          <p:nvPr/>
        </p:nvSpPr>
        <p:spPr>
          <a:xfrm>
            <a:off x="585921" y="1543614"/>
            <a:ext cx="7886700" cy="4351338"/>
          </a:xfrm>
          <a:prstGeom prst="rect">
            <a:avLst/>
          </a:prstGeom>
          <a:noFill/>
          <a:ln>
            <a:noFill/>
          </a:ln>
        </p:spPr>
        <p:txBody>
          <a:bodyPr spcFirstLastPara="1" wrap="square" lIns="91425" tIns="45700" rIns="91425" bIns="45700" anchor="t" anchorCtr="0">
            <a:normAutofit/>
          </a:bodyPr>
          <a:lstStyle/>
          <a:p>
            <a:pPr marL="0" marR="0" lvl="0" indent="0" algn="l" rtl="0">
              <a:lnSpc>
                <a:spcPct val="200000"/>
              </a:lnSpc>
              <a:spcBef>
                <a:spcPts val="0"/>
              </a:spcBef>
              <a:spcAft>
                <a:spcPts val="0"/>
              </a:spcAft>
              <a:buClr>
                <a:schemeClr val="dk1"/>
              </a:buClr>
              <a:buSzPts val="2000"/>
              <a:buFont typeface="Arial"/>
              <a:buNone/>
            </a:pPr>
            <a:endParaRPr sz="2000" b="0" i="0" u="none" strike="noStrike" cap="none">
              <a:solidFill>
                <a:srgbClr val="3F3F3F"/>
              </a:solidFill>
              <a:latin typeface="Gill Sans"/>
              <a:ea typeface="Gill Sans"/>
              <a:cs typeface="Gill Sans"/>
              <a:sym typeface="Gill Sans"/>
            </a:endParaRPr>
          </a:p>
          <a:p>
            <a:pPr marL="0" marR="0" lvl="0" indent="0" algn="l" rtl="0">
              <a:lnSpc>
                <a:spcPct val="200000"/>
              </a:lnSpc>
              <a:spcBef>
                <a:spcPts val="1000"/>
              </a:spcBef>
              <a:spcAft>
                <a:spcPts val="0"/>
              </a:spcAft>
              <a:buClr>
                <a:schemeClr val="dk1"/>
              </a:buClr>
              <a:buSzPts val="2000"/>
              <a:buFont typeface="Arial"/>
              <a:buNone/>
            </a:pPr>
            <a:endParaRPr sz="2000" b="0" i="0" u="none" strike="noStrike" cap="none">
              <a:solidFill>
                <a:srgbClr val="3F3F3F"/>
              </a:solidFill>
              <a:latin typeface="Gill Sans"/>
              <a:ea typeface="Gill Sans"/>
              <a:cs typeface="Gill Sans"/>
              <a:sym typeface="Gill Sans"/>
            </a:endParaRPr>
          </a:p>
        </p:txBody>
      </p:sp>
      <p:cxnSp>
        <p:nvCxnSpPr>
          <p:cNvPr id="70" name="Google Shape;70;p17"/>
          <p:cNvCxnSpPr/>
          <p:nvPr/>
        </p:nvCxnSpPr>
        <p:spPr>
          <a:xfrm rot="10800000">
            <a:off x="2341548" y="3631963"/>
            <a:ext cx="4469450" cy="0"/>
          </a:xfrm>
          <a:prstGeom prst="straightConnector1">
            <a:avLst/>
          </a:prstGeom>
          <a:noFill/>
          <a:ln w="28575" cap="rnd" cmpd="sng">
            <a:solidFill>
              <a:srgbClr val="D0B4C2"/>
            </a:solidFill>
            <a:prstDash val="solid"/>
            <a:miter lim="800000"/>
            <a:headEnd type="none" w="sm" len="sm"/>
            <a:tailEnd type="none" w="sm" len="sm"/>
          </a:ln>
        </p:spPr>
      </p:cxnSp>
      <p:cxnSp>
        <p:nvCxnSpPr>
          <p:cNvPr id="71" name="Google Shape;71;p17"/>
          <p:cNvCxnSpPr/>
          <p:nvPr/>
        </p:nvCxnSpPr>
        <p:spPr>
          <a:xfrm rot="10800000">
            <a:off x="2348671" y="3630538"/>
            <a:ext cx="1676398" cy="0"/>
          </a:xfrm>
          <a:prstGeom prst="straightConnector1">
            <a:avLst/>
          </a:prstGeom>
          <a:noFill/>
          <a:ln w="28575" cap="rnd" cmpd="sng">
            <a:solidFill>
              <a:srgbClr val="A40000"/>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sp>
        <p:nvSpPr>
          <p:cNvPr id="111" name="Google Shape;111;p27"/>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2" name="Google Shape;112;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3" name="Google Shape;113;p2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4" name="Google Shape;114;p2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5" name="Google Shape;115;p2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pic>
        <p:nvPicPr>
          <p:cNvPr id="116" name="Google Shape;116;p27"/>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117" name="Google Shape;117;p27"/>
          <p:cNvSpPr/>
          <p:nvPr/>
        </p:nvSpPr>
        <p:spPr>
          <a:xfrm>
            <a:off x="1" y="0"/>
            <a:ext cx="9144000" cy="564022"/>
          </a:xfrm>
          <a:prstGeom prst="rect">
            <a:avLst/>
          </a:prstGeom>
          <a:solidFill>
            <a:srgbClr val="A4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6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pic>
        <p:nvPicPr>
          <p:cNvPr id="2" name="Google Shape;19;p11">
            <a:extLst>
              <a:ext uri="{FF2B5EF4-FFF2-40B4-BE49-F238E27FC236}">
                <a16:creationId xmlns:a16="http://schemas.microsoft.com/office/drawing/2014/main" id="{D32DAE69-1962-89B0-E1EB-736BBC11F112}"/>
              </a:ext>
            </a:extLst>
          </p:cNvPr>
          <p:cNvPicPr preferRelativeResize="0"/>
          <p:nvPr userDrawn="1"/>
        </p:nvPicPr>
        <p:blipFill rotWithShape="1">
          <a:blip r:embed="rId3">
            <a:alphaModFix/>
          </a:blip>
          <a:srcRect/>
          <a:stretch/>
        </p:blipFill>
        <p:spPr>
          <a:xfrm>
            <a:off x="1" y="0"/>
            <a:ext cx="9143999" cy="6858000"/>
          </a:xfrm>
          <a:prstGeom prst="rect">
            <a:avLst/>
          </a:prstGeom>
          <a:noFill/>
          <a:ln>
            <a:noFill/>
          </a:ln>
        </p:spPr>
      </p:pic>
      <p:sp>
        <p:nvSpPr>
          <p:cNvPr id="125" name="Google Shape;125;p2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132" name="Google Shape;132;p29"/>
          <p:cNvSpPr txBox="1"/>
          <p:nvPr userDrawn="1"/>
        </p:nvSpPr>
        <p:spPr>
          <a:xfrm>
            <a:off x="623888" y="2043114"/>
            <a:ext cx="7886700" cy="1547811"/>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dk1"/>
              </a:buClr>
              <a:buSzPts val="2400"/>
              <a:buFont typeface="Fira Sans ExtraLight"/>
              <a:buNone/>
            </a:pPr>
            <a:r>
              <a:rPr lang="fr-FR" sz="2800" b="1" i="0" u="none" strike="noStrike" cap="none" dirty="0" err="1">
                <a:solidFill>
                  <a:srgbClr val="C00000"/>
                </a:solidFill>
                <a:latin typeface="Gill Sans"/>
                <a:ea typeface="Gill Sans"/>
                <a:cs typeface="Gill Sans"/>
                <a:sym typeface="Gill Sans"/>
              </a:rPr>
              <a:t>Thanks</a:t>
            </a:r>
            <a:r>
              <a:rPr lang="fr-FR" sz="2800" b="1" i="0" u="none" strike="noStrike" cap="none" dirty="0">
                <a:solidFill>
                  <a:srgbClr val="C00000"/>
                </a:solidFill>
                <a:latin typeface="Gill Sans"/>
                <a:ea typeface="Gill Sans"/>
                <a:cs typeface="Gill Sans"/>
                <a:sym typeface="Gill Sans"/>
              </a:rPr>
              <a:t> for </a:t>
            </a:r>
            <a:r>
              <a:rPr lang="fr-FR" sz="2800" b="1" i="0" u="none" strike="noStrike" cap="none" dirty="0" err="1">
                <a:solidFill>
                  <a:srgbClr val="C00000"/>
                </a:solidFill>
                <a:latin typeface="Gill Sans"/>
                <a:ea typeface="Gill Sans"/>
                <a:cs typeface="Gill Sans"/>
                <a:sym typeface="Gill Sans"/>
              </a:rPr>
              <a:t>your</a:t>
            </a:r>
            <a:r>
              <a:rPr lang="fr-FR" sz="2800" b="1" i="0" u="none" strike="noStrike" cap="none" dirty="0">
                <a:solidFill>
                  <a:srgbClr val="C00000"/>
                </a:solidFill>
                <a:latin typeface="Gill Sans"/>
                <a:ea typeface="Gill Sans"/>
                <a:cs typeface="Gill Sans"/>
                <a:sym typeface="Gill Sans"/>
              </a:rPr>
              <a:t> attention</a:t>
            </a:r>
            <a:endParaRPr sz="2800" b="0" i="0" u="none" strike="noStrike" cap="none" dirty="0">
              <a:solidFill>
                <a:srgbClr val="C00000"/>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6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51.pn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openxmlformats.org/officeDocument/2006/relationships/image" Target="../media/image56.png"/><Relationship Id="rId4" Type="http://schemas.openxmlformats.org/officeDocument/2006/relationships/image" Target="../media/image55.png"/></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7.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2.xml"/><Relationship Id="rId1" Type="http://schemas.openxmlformats.org/officeDocument/2006/relationships/slideLayout" Target="../slideLayouts/slideLayout4.xml"/><Relationship Id="rId5" Type="http://schemas.openxmlformats.org/officeDocument/2006/relationships/image" Target="../media/image72.png"/><Relationship Id="rId4" Type="http://schemas.openxmlformats.org/officeDocument/2006/relationships/image" Target="../media/image71.png"/></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3.xml"/><Relationship Id="rId1" Type="http://schemas.openxmlformats.org/officeDocument/2006/relationships/slideLayout" Target="../slideLayouts/slideLayout4.xml"/><Relationship Id="rId5" Type="http://schemas.openxmlformats.org/officeDocument/2006/relationships/image" Target="../media/image75.png"/><Relationship Id="rId4" Type="http://schemas.openxmlformats.org/officeDocument/2006/relationships/image" Target="../media/image74.png"/></Relationships>
</file>

<file path=ppt/slides/_rels/slide5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77.png"/></Relationships>
</file>

<file path=ppt/slides/_rels/slide5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79.png"/></Relationships>
</file>

<file path=ppt/slides/_rels/slide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80.png"/></Relationships>
</file>

<file path=ppt/slides/_rels/slide5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82.png"/></Relationships>
</file>

<file path=ppt/slides/_rels/slide5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84.png"/></Relationships>
</file>

<file path=ppt/slides/_rels/slide5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86.png"/></Relationships>
</file>

<file path=ppt/slides/_rels/slide6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88.png"/></Relationships>
</file>

<file path=ppt/slides/_rels/slide6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90.png"/></Relationships>
</file>

<file path=ppt/slides/_rels/slide6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2.xml"/><Relationship Id="rId1" Type="http://schemas.openxmlformats.org/officeDocument/2006/relationships/slideLayout" Target="../slideLayouts/slideLayout4.xml"/><Relationship Id="rId4" Type="http://schemas.openxmlformats.org/officeDocument/2006/relationships/image" Target="../media/image91.png"/></Relationships>
</file>

<file path=ppt/slides/_rels/slide6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3.xml"/><Relationship Id="rId1" Type="http://schemas.openxmlformats.org/officeDocument/2006/relationships/slideLayout" Target="../slideLayouts/slideLayout4.xml"/><Relationship Id="rId4" Type="http://schemas.openxmlformats.org/officeDocument/2006/relationships/image" Target="../media/image93.png"/></Relationships>
</file>

<file path=ppt/slides/_rels/slide6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4.xml"/><Relationship Id="rId1" Type="http://schemas.openxmlformats.org/officeDocument/2006/relationships/slideLayout" Target="../slideLayouts/slideLayout4.xml"/><Relationship Id="rId5" Type="http://schemas.openxmlformats.org/officeDocument/2006/relationships/image" Target="../media/image95.png"/><Relationship Id="rId4" Type="http://schemas.openxmlformats.org/officeDocument/2006/relationships/image" Target="../media/image94.png"/></Relationships>
</file>

<file path=ppt/slides/_rels/slide6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5.xml"/><Relationship Id="rId1" Type="http://schemas.openxmlformats.org/officeDocument/2006/relationships/slideLayout" Target="../slideLayouts/slideLayout4.xml"/><Relationship Id="rId4" Type="http://schemas.openxmlformats.org/officeDocument/2006/relationships/image" Target="../media/image97.png"/></Relationships>
</file>

<file path=ppt/slides/_rels/slide6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6.xml"/><Relationship Id="rId1" Type="http://schemas.openxmlformats.org/officeDocument/2006/relationships/slideLayout" Target="../slideLayouts/slideLayout4.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6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
          <p:cNvSpPr txBox="1"/>
          <p:nvPr/>
        </p:nvSpPr>
        <p:spPr>
          <a:xfrm>
            <a:off x="649479" y="1484025"/>
            <a:ext cx="7879924" cy="1336191"/>
          </a:xfrm>
          <a:prstGeom prst="rect">
            <a:avLst/>
          </a:prstGeom>
          <a:noFill/>
          <a:ln>
            <a:noFill/>
          </a:ln>
        </p:spPr>
        <p:txBody>
          <a:bodyPr spcFirstLastPara="1" wrap="square" lIns="91425" tIns="45700" rIns="91425" bIns="45700" anchor="b" anchorCtr="0">
            <a:noAutofit/>
          </a:bodyPr>
          <a:lstStyle/>
          <a:p>
            <a:pPr lvl="0" algn="just">
              <a:lnSpc>
                <a:spcPct val="90000"/>
              </a:lnSpc>
              <a:buClr>
                <a:schemeClr val="dk1"/>
              </a:buClr>
              <a:buSzPts val="2400"/>
            </a:pPr>
            <a:r>
              <a:rPr lang="en-US" sz="3200" dirty="0" err="1">
                <a:solidFill>
                  <a:srgbClr val="C00000"/>
                </a:solidFill>
                <a:latin typeface="Aharoni" panose="02010803020104030203" pitchFamily="2" charset="-79"/>
                <a:ea typeface="Twentieth Century"/>
                <a:cs typeface="Aharoni" panose="02010803020104030203" pitchFamily="2" charset="-79"/>
                <a:sym typeface="Twentieth Century"/>
              </a:rPr>
              <a:t>Automatisation</a:t>
            </a:r>
            <a:r>
              <a:rPr lang="en-US" sz="3200" dirty="0">
                <a:solidFill>
                  <a:srgbClr val="C00000"/>
                </a:solidFill>
                <a:latin typeface="Aharoni" panose="02010803020104030203" pitchFamily="2" charset="-79"/>
                <a:ea typeface="Twentieth Century"/>
                <a:cs typeface="Aharoni" panose="02010803020104030203" pitchFamily="2" charset="-79"/>
                <a:sym typeface="Twentieth Century"/>
              </a:rPr>
              <a:t> des simulations DART  </a:t>
            </a:r>
            <a:endParaRPr sz="1800" b="0" i="0" u="none" strike="noStrike" cap="none" dirty="0">
              <a:solidFill>
                <a:srgbClr val="C00000"/>
              </a:solidFill>
              <a:latin typeface="Aharoni" panose="02010803020104030203" pitchFamily="2" charset="-79"/>
              <a:ea typeface="Twentieth Century"/>
              <a:cs typeface="Aharoni" panose="02010803020104030203" pitchFamily="2" charset="-79"/>
              <a:sym typeface="Twentieth Century"/>
            </a:endParaRPr>
          </a:p>
        </p:txBody>
      </p:sp>
      <p:sp>
        <p:nvSpPr>
          <p:cNvPr id="140" name="Google Shape;140;p1"/>
          <p:cNvSpPr txBox="1"/>
          <p:nvPr/>
        </p:nvSpPr>
        <p:spPr>
          <a:xfrm>
            <a:off x="649479" y="3429000"/>
            <a:ext cx="6766577" cy="1032663"/>
          </a:xfrm>
          <a:prstGeom prst="rect">
            <a:avLst/>
          </a:prstGeom>
          <a:noFill/>
          <a:ln>
            <a:noFill/>
          </a:ln>
        </p:spPr>
        <p:txBody>
          <a:bodyPr spcFirstLastPara="1" wrap="square" lIns="91425" tIns="45700" rIns="91425" bIns="45700" anchor="b" anchorCtr="0">
            <a:noAutofit/>
          </a:bodyPr>
          <a:lstStyle/>
          <a:p>
            <a:pPr>
              <a:lnSpc>
                <a:spcPct val="90000"/>
              </a:lnSpc>
              <a:buClr>
                <a:schemeClr val="dk1"/>
              </a:buClr>
              <a:buSzPts val="2400"/>
            </a:pPr>
            <a:r>
              <a:rPr lang="fr-FR" sz="2800" dirty="0">
                <a:solidFill>
                  <a:srgbClr val="3F3F3F"/>
                </a:solidFill>
                <a:latin typeface="Gill Sans" panose="020B0604020202020204" charset="0"/>
                <a:ea typeface="Twentieth Century"/>
                <a:cs typeface="Twentieth Century"/>
                <a:sym typeface="Twentieth Century"/>
              </a:rPr>
              <a:t>Aymen </a:t>
            </a:r>
            <a:r>
              <a:rPr lang="fr-FR" sz="2800" dirty="0" err="1">
                <a:solidFill>
                  <a:srgbClr val="3F3F3F"/>
                </a:solidFill>
                <a:latin typeface="Gill Sans" panose="020B0604020202020204" charset="0"/>
                <a:ea typeface="Twentieth Century"/>
                <a:cs typeface="Twentieth Century"/>
                <a:sym typeface="Twentieth Century"/>
              </a:rPr>
              <a:t>Latrach</a:t>
            </a:r>
            <a:endParaRPr lang="fr-FR" sz="2800" dirty="0">
              <a:solidFill>
                <a:srgbClr val="3F3F3F"/>
              </a:solidFill>
              <a:latin typeface="Gill Sans" panose="020B0604020202020204" charset="0"/>
              <a:ea typeface="Twentieth Century"/>
              <a:cs typeface="Twentieth Century"/>
              <a:sym typeface="Twentieth Century"/>
            </a:endParaRPr>
          </a:p>
          <a:p>
            <a:pPr>
              <a:lnSpc>
                <a:spcPct val="90000"/>
              </a:lnSpc>
              <a:buClr>
                <a:schemeClr val="dk1"/>
              </a:buClr>
              <a:buSzPts val="2400"/>
            </a:pPr>
            <a:r>
              <a:rPr lang="fr-FR" sz="2800" dirty="0">
                <a:solidFill>
                  <a:srgbClr val="3F3F3F"/>
                </a:solidFill>
                <a:latin typeface="Gill Sans" panose="020B0604020202020204" charset="0"/>
                <a:ea typeface="Twentieth Century"/>
                <a:cs typeface="Twentieth Century"/>
                <a:sym typeface="Twentieth Century"/>
              </a:rPr>
              <a:t>Oussema Abid</a:t>
            </a:r>
          </a:p>
          <a:p>
            <a:pPr marL="0" marR="0" lvl="0" indent="0" algn="l" rtl="0">
              <a:lnSpc>
                <a:spcPct val="90000"/>
              </a:lnSpc>
              <a:spcBef>
                <a:spcPts val="0"/>
              </a:spcBef>
              <a:spcAft>
                <a:spcPts val="0"/>
              </a:spcAft>
              <a:buClr>
                <a:schemeClr val="dk1"/>
              </a:buClr>
              <a:buSzPts val="2400"/>
              <a:buFont typeface="Fira Sans ExtraLight"/>
              <a:buNone/>
            </a:pPr>
            <a:endParaRPr sz="1600" b="0" i="0" u="none" strike="noStrike" cap="none" dirty="0">
              <a:solidFill>
                <a:schemeClr val="tx1"/>
              </a:solidFill>
              <a:latin typeface="Twentieth Century"/>
              <a:ea typeface="Twentieth Century"/>
              <a:cs typeface="Twentieth Century"/>
              <a:sym typeface="Twentieth Century"/>
            </a:endParaRPr>
          </a:p>
        </p:txBody>
      </p:sp>
      <p:sp>
        <p:nvSpPr>
          <p:cNvPr id="142" name="Google Shape;142;p1"/>
          <p:cNvSpPr txBox="1"/>
          <p:nvPr/>
        </p:nvSpPr>
        <p:spPr>
          <a:xfrm>
            <a:off x="663339" y="4846320"/>
            <a:ext cx="6752717" cy="309726"/>
          </a:xfrm>
          <a:prstGeom prst="rect">
            <a:avLst/>
          </a:prstGeom>
          <a:noFill/>
          <a:ln>
            <a:noFill/>
          </a:ln>
        </p:spPr>
        <p:txBody>
          <a:bodyPr spcFirstLastPara="1" wrap="square" lIns="91425" tIns="45700" rIns="91425" bIns="45700" anchor="b" anchorCtr="0">
            <a:noAutofit/>
          </a:bodyPr>
          <a:lstStyle/>
          <a:p>
            <a:pPr>
              <a:buClr>
                <a:schemeClr val="dk1"/>
              </a:buClr>
              <a:buSzPts val="1400"/>
            </a:pPr>
            <a:r>
              <a:rPr lang="fr-FR" sz="2000" dirty="0">
                <a:solidFill>
                  <a:srgbClr val="3F3F3F"/>
                </a:solidFill>
                <a:latin typeface="Gill Sans" panose="020B0604020202020204" charset="0"/>
                <a:ea typeface="Twentieth Century"/>
                <a:cs typeface="Twentieth Century"/>
                <a:sym typeface="Twentieth Century"/>
              </a:rPr>
              <a:t>Centre de recherche en Numérique de Sfax</a:t>
            </a:r>
            <a:endParaRPr lang="en-US" sz="2000" dirty="0">
              <a:solidFill>
                <a:srgbClr val="3F3F3F"/>
              </a:solidFill>
              <a:latin typeface="Gill Sans" panose="020B0604020202020204" charset="0"/>
              <a:ea typeface="Twentieth Century"/>
              <a:cs typeface="Twentieth Century"/>
              <a:sym typeface="Twentieth Centur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p:bldP spid="140" grpId="0"/>
      <p:bldP spid="14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AECE4-70B2-704D-847A-35A8FBBCCA8B}"/>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31633B6-0826-5C3F-4FBB-1F78D57FCB4C}"/>
              </a:ext>
            </a:extLst>
          </p:cNvPr>
          <p:cNvSpPr>
            <a:spLocks noGrp="1"/>
          </p:cNvSpPr>
          <p:nvPr>
            <p:ph type="sldNum" idx="12"/>
          </p:nvPr>
        </p:nvSpPr>
        <p:spPr/>
        <p:txBody>
          <a:bodyPr/>
          <a:lstStyle/>
          <a:p>
            <a:fld id="{00000000-1234-1234-1234-123412341234}" type="slidenum">
              <a:rPr lang="fr-FR" smtClean="0"/>
              <a:pPr/>
              <a:t>2</a:t>
            </a:fld>
            <a:endParaRPr lang="fr-FR"/>
          </a:p>
        </p:txBody>
      </p:sp>
      <p:sp>
        <p:nvSpPr>
          <p:cNvPr id="47" name="Rectangle 46">
            <a:extLst>
              <a:ext uri="{FF2B5EF4-FFF2-40B4-BE49-F238E27FC236}">
                <a16:creationId xmlns:a16="http://schemas.microsoft.com/office/drawing/2014/main" id="{0A3B1B84-357D-61FF-F659-32CE89692007}"/>
              </a:ext>
            </a:extLst>
          </p:cNvPr>
          <p:cNvSpPr/>
          <p:nvPr/>
        </p:nvSpPr>
        <p:spPr>
          <a:xfrm>
            <a:off x="151402" y="29905"/>
            <a:ext cx="1782860" cy="461665"/>
          </a:xfrm>
          <a:prstGeom prst="rect">
            <a:avLst/>
          </a:prstGeom>
        </p:spPr>
        <p:txBody>
          <a:bodyPr wrap="none">
            <a:spAutoFit/>
          </a:bodyPr>
          <a:lstStyle/>
          <a:p>
            <a:r>
              <a:rPr lang="fr-FR" sz="2400" b="1" dirty="0">
                <a:solidFill>
                  <a:schemeClr val="lt1"/>
                </a:solidFill>
                <a:latin typeface="Gill Sans"/>
              </a:rPr>
              <a:t>Sommaire </a:t>
            </a:r>
            <a:endParaRPr lang="fr-FR" dirty="0"/>
          </a:p>
        </p:txBody>
      </p:sp>
      <p:sp>
        <p:nvSpPr>
          <p:cNvPr id="5" name="Google Shape;149;p2">
            <a:extLst>
              <a:ext uri="{FF2B5EF4-FFF2-40B4-BE49-F238E27FC236}">
                <a16:creationId xmlns:a16="http://schemas.microsoft.com/office/drawing/2014/main" id="{F4503724-088E-70D9-AD44-8904678CDE03}"/>
              </a:ext>
            </a:extLst>
          </p:cNvPr>
          <p:cNvSpPr txBox="1">
            <a:spLocks noGrp="1"/>
          </p:cNvSpPr>
          <p:nvPr>
            <p:ph type="body" idx="1"/>
          </p:nvPr>
        </p:nvSpPr>
        <p:spPr>
          <a:xfrm>
            <a:off x="585788" y="1543050"/>
            <a:ext cx="7886700" cy="4351338"/>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rtl="0">
              <a:lnSpc>
                <a:spcPct val="200000"/>
              </a:lnSpc>
              <a:spcBef>
                <a:spcPts val="0"/>
              </a:spcBef>
              <a:spcAft>
                <a:spcPts val="0"/>
              </a:spcAft>
              <a:buClr>
                <a:srgbClr val="3F3F3F"/>
              </a:buClr>
              <a:buSzPts val="1800"/>
              <a:buNone/>
            </a:pPr>
            <a:r>
              <a:rPr lang="fr-FR" sz="2400" b="1" dirty="0">
                <a:solidFill>
                  <a:srgbClr val="3F3F3F"/>
                </a:solidFill>
                <a:latin typeface="Gill Sans"/>
                <a:ea typeface="Gill Sans"/>
                <a:cs typeface="Gill Sans"/>
                <a:sym typeface="Gill Sans"/>
              </a:rPr>
              <a:t>1.  </a:t>
            </a:r>
            <a:r>
              <a:rPr lang="fr-FR" sz="2400" b="1" dirty="0" err="1">
                <a:solidFill>
                  <a:srgbClr val="3F3F3F"/>
                </a:solidFill>
                <a:latin typeface="Gill Sans"/>
                <a:ea typeface="Gill Sans"/>
                <a:cs typeface="Gill Sans"/>
                <a:sym typeface="Gill Sans"/>
              </a:rPr>
              <a:t>Présentaion</a:t>
            </a:r>
            <a:r>
              <a:rPr lang="fr-FR" sz="2400" b="1" dirty="0">
                <a:solidFill>
                  <a:srgbClr val="3F3F3F"/>
                </a:solidFill>
                <a:latin typeface="Gill Sans"/>
                <a:ea typeface="Gill Sans"/>
                <a:cs typeface="Gill Sans"/>
                <a:sym typeface="Gill Sans"/>
              </a:rPr>
              <a:t> Dart  </a:t>
            </a:r>
          </a:p>
          <a:p>
            <a:pPr marL="0" marR="0" lvl="0" indent="0" algn="l" rtl="0">
              <a:lnSpc>
                <a:spcPct val="200000"/>
              </a:lnSpc>
              <a:spcBef>
                <a:spcPts val="0"/>
              </a:spcBef>
              <a:spcAft>
                <a:spcPts val="0"/>
              </a:spcAft>
              <a:buClr>
                <a:srgbClr val="3F3F3F"/>
              </a:buClr>
              <a:buSzPts val="1800"/>
              <a:buNone/>
            </a:pPr>
            <a:r>
              <a:rPr lang="fr-FR" sz="2400" b="1" dirty="0"/>
              <a:t>2.  Objectif </a:t>
            </a:r>
          </a:p>
          <a:p>
            <a:pPr marL="0" marR="0" lvl="0" indent="0" algn="l" rtl="0">
              <a:lnSpc>
                <a:spcPct val="200000"/>
              </a:lnSpc>
              <a:spcBef>
                <a:spcPts val="0"/>
              </a:spcBef>
              <a:spcAft>
                <a:spcPts val="0"/>
              </a:spcAft>
              <a:buClr>
                <a:srgbClr val="3F3F3F"/>
              </a:buClr>
              <a:buSzPts val="1800"/>
              <a:buNone/>
            </a:pPr>
            <a:r>
              <a:rPr lang="fr-FR" sz="2400" b="1" dirty="0">
                <a:solidFill>
                  <a:srgbClr val="3F3F3F"/>
                </a:solidFill>
                <a:latin typeface="Gill Sans"/>
                <a:ea typeface="Gill Sans"/>
                <a:cs typeface="Gill Sans"/>
                <a:sym typeface="Gill Sans"/>
              </a:rPr>
              <a:t>3.  Réalisation et problèmes</a:t>
            </a:r>
          </a:p>
          <a:p>
            <a:pPr marL="0" indent="0">
              <a:lnSpc>
                <a:spcPct val="200000"/>
              </a:lnSpc>
              <a:spcBef>
                <a:spcPts val="1000"/>
              </a:spcBef>
              <a:buClr>
                <a:srgbClr val="3F3F3F"/>
              </a:buClr>
              <a:buNone/>
            </a:pPr>
            <a:r>
              <a:rPr lang="fr-FR" sz="2400" b="1" dirty="0"/>
              <a:t>     3.1 C</a:t>
            </a:r>
            <a:r>
              <a:rPr lang="fr-FR" sz="2400" b="1" dirty="0">
                <a:solidFill>
                  <a:srgbClr val="3F3F3F"/>
                </a:solidFill>
                <a:latin typeface="Gill Sans"/>
                <a:ea typeface="Gill Sans"/>
                <a:cs typeface="Gill Sans"/>
                <a:sym typeface="Gill Sans"/>
              </a:rPr>
              <a:t>réation d’une scène </a:t>
            </a:r>
          </a:p>
          <a:p>
            <a:pPr marL="0" indent="0">
              <a:lnSpc>
                <a:spcPct val="200000"/>
              </a:lnSpc>
              <a:spcBef>
                <a:spcPts val="1000"/>
              </a:spcBef>
              <a:buClr>
                <a:srgbClr val="3F3F3F"/>
              </a:buClr>
              <a:buNone/>
            </a:pPr>
            <a:r>
              <a:rPr lang="fr-FR" sz="2400" b="1" dirty="0">
                <a:solidFill>
                  <a:srgbClr val="3F3F3F"/>
                </a:solidFill>
                <a:latin typeface="Gill Sans"/>
                <a:ea typeface="Gill Sans"/>
                <a:cs typeface="Gill Sans"/>
                <a:sym typeface="Gill Sans"/>
              </a:rPr>
              <a:t>     3.2 Création de séquence </a:t>
            </a:r>
          </a:p>
          <a:p>
            <a:pPr marL="0" indent="0">
              <a:lnSpc>
                <a:spcPct val="200000"/>
              </a:lnSpc>
              <a:spcBef>
                <a:spcPts val="1000"/>
              </a:spcBef>
              <a:buClr>
                <a:srgbClr val="3F3F3F"/>
              </a:buClr>
              <a:buNone/>
            </a:pPr>
            <a:r>
              <a:rPr lang="fr-FR" sz="2400" b="1" dirty="0"/>
              <a:t>4.  Solution : Automatisation </a:t>
            </a:r>
            <a:endParaRPr lang="fr-FR" sz="2400" b="1" i="0" u="none" strike="noStrike" cap="none" dirty="0">
              <a:solidFill>
                <a:srgbClr val="3F3F3F"/>
              </a:solidFill>
              <a:latin typeface="Gill Sans"/>
              <a:ea typeface="Gill Sans"/>
              <a:cs typeface="Gill Sans"/>
              <a:sym typeface="Gill Sans"/>
            </a:endParaRPr>
          </a:p>
          <a:p>
            <a:pPr marL="457200" indent="-457200">
              <a:lnSpc>
                <a:spcPct val="200000"/>
              </a:lnSpc>
              <a:spcBef>
                <a:spcPts val="1000"/>
              </a:spcBef>
              <a:buClr>
                <a:srgbClr val="3F3F3F"/>
              </a:buClr>
              <a:buFont typeface="Arial"/>
              <a:buAutoNum type="arabicPeriod"/>
            </a:pPr>
            <a:endParaRPr lang="en-US" sz="2400" b="1" dirty="0">
              <a:solidFill>
                <a:srgbClr val="3F3F3F"/>
              </a:solidFill>
              <a:latin typeface="Gill Sans"/>
              <a:ea typeface="Gill Sans"/>
              <a:cs typeface="Gill Sans"/>
              <a:sym typeface="Gill Sans"/>
            </a:endParaRPr>
          </a:p>
          <a:p>
            <a:pPr marL="457200" indent="-457200">
              <a:lnSpc>
                <a:spcPct val="200000"/>
              </a:lnSpc>
              <a:spcBef>
                <a:spcPts val="1000"/>
              </a:spcBef>
              <a:buClr>
                <a:srgbClr val="3F3F3F"/>
              </a:buClr>
              <a:buFont typeface="Arial"/>
              <a:buAutoNum type="arabicPeriod"/>
            </a:pPr>
            <a:endParaRPr lang="fr-FR" sz="2400" b="1" dirty="0">
              <a:solidFill>
                <a:srgbClr val="3F3F3F"/>
              </a:solidFill>
              <a:latin typeface="Gill Sans"/>
              <a:ea typeface="Gill Sans"/>
              <a:cs typeface="Gill Sans"/>
              <a:sym typeface="Gill Sans"/>
            </a:endParaRPr>
          </a:p>
          <a:p>
            <a:pPr marL="457200" indent="-457200">
              <a:lnSpc>
                <a:spcPct val="200000"/>
              </a:lnSpc>
              <a:spcBef>
                <a:spcPts val="1000"/>
              </a:spcBef>
              <a:buClr>
                <a:srgbClr val="3F3F3F"/>
              </a:buClr>
              <a:buFont typeface="Arial"/>
              <a:buAutoNum type="arabicPeriod"/>
            </a:pPr>
            <a:endParaRPr lang="fr-FR" sz="2400" b="1" dirty="0">
              <a:solidFill>
                <a:srgbClr val="3F3F3F"/>
              </a:solidFill>
              <a:latin typeface="Gill Sans"/>
              <a:ea typeface="Gill Sans"/>
              <a:cs typeface="Gill Sans"/>
              <a:sym typeface="Gill Sans"/>
            </a:endParaRPr>
          </a:p>
          <a:p>
            <a:pPr marL="457200" marR="0" lvl="0" indent="-457200" algn="l" rtl="0">
              <a:lnSpc>
                <a:spcPct val="200000"/>
              </a:lnSpc>
              <a:spcBef>
                <a:spcPts val="1000"/>
              </a:spcBef>
              <a:spcAft>
                <a:spcPts val="0"/>
              </a:spcAft>
              <a:buClr>
                <a:srgbClr val="3F3F3F"/>
              </a:buClr>
              <a:buSzPts val="1800"/>
              <a:buFont typeface="Arial"/>
              <a:buAutoNum type="arabicPeriod"/>
            </a:pPr>
            <a:endParaRPr lang="fr-FR" sz="2400" b="1" dirty="0"/>
          </a:p>
          <a:p>
            <a:pPr marL="0" marR="0" lvl="0" indent="0" algn="l" rtl="0">
              <a:lnSpc>
                <a:spcPct val="200000"/>
              </a:lnSpc>
              <a:spcBef>
                <a:spcPts val="1000"/>
              </a:spcBef>
              <a:spcAft>
                <a:spcPts val="0"/>
              </a:spcAft>
              <a:buClr>
                <a:srgbClr val="3F3F3F"/>
              </a:buClr>
              <a:buSzPts val="1800"/>
              <a:buNone/>
            </a:pPr>
            <a:endParaRPr lang="fr-FR" sz="2400" b="1" i="0" u="none" strike="noStrike" cap="none" dirty="0">
              <a:solidFill>
                <a:srgbClr val="3F3F3F"/>
              </a:solidFill>
              <a:latin typeface="Gill Sans"/>
              <a:ea typeface="Gill Sans"/>
              <a:cs typeface="Gill Sans"/>
              <a:sym typeface="Gill Sans"/>
            </a:endParaRPr>
          </a:p>
          <a:p>
            <a:pPr marL="457200" marR="0" lvl="0" indent="-330200" algn="l" rtl="0">
              <a:lnSpc>
                <a:spcPct val="200000"/>
              </a:lnSpc>
              <a:spcBef>
                <a:spcPts val="1000"/>
              </a:spcBef>
              <a:spcAft>
                <a:spcPts val="0"/>
              </a:spcAft>
              <a:buClr>
                <a:schemeClr val="dk1"/>
              </a:buClr>
              <a:buSzPts val="2000"/>
              <a:buFont typeface="Arial"/>
              <a:buNone/>
            </a:pPr>
            <a:endParaRPr lang="en-US" sz="2400" b="1" i="0" u="none" strike="noStrike" cap="none" dirty="0">
              <a:solidFill>
                <a:srgbClr val="3F3F3F"/>
              </a:solidFill>
              <a:latin typeface="Gill Sans"/>
              <a:ea typeface="Gill Sans"/>
              <a:cs typeface="Gill Sans"/>
              <a:sym typeface="Gill Sans"/>
            </a:endParaRPr>
          </a:p>
          <a:p>
            <a:pPr marL="457200" marR="0" lvl="0" indent="-330200" algn="l" rtl="0">
              <a:lnSpc>
                <a:spcPct val="200000"/>
              </a:lnSpc>
              <a:spcBef>
                <a:spcPts val="1000"/>
              </a:spcBef>
              <a:spcAft>
                <a:spcPts val="0"/>
              </a:spcAft>
              <a:buClr>
                <a:schemeClr val="dk1"/>
              </a:buClr>
              <a:buSzPts val="2000"/>
              <a:buFont typeface="Arial"/>
              <a:buNone/>
            </a:pPr>
            <a:endParaRPr sz="2400" b="1" i="0" u="none" strike="noStrike" cap="none" dirty="0">
              <a:solidFill>
                <a:srgbClr val="3F3F3F"/>
              </a:solidFill>
              <a:latin typeface="Gill Sans"/>
              <a:ea typeface="Gill Sans"/>
              <a:cs typeface="Gill Sans"/>
              <a:sym typeface="Gill Sans"/>
            </a:endParaRPr>
          </a:p>
        </p:txBody>
      </p:sp>
    </p:spTree>
    <p:extLst>
      <p:ext uri="{BB962C8B-B14F-4D97-AF65-F5344CB8AC3E}">
        <p14:creationId xmlns:p14="http://schemas.microsoft.com/office/powerpoint/2010/main" val="10040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a:t>
            </a:fld>
            <a:endParaRPr/>
          </a:p>
        </p:txBody>
      </p:sp>
      <p:sp>
        <p:nvSpPr>
          <p:cNvPr id="168" name="Google Shape;168;p4"/>
          <p:cNvSpPr txBox="1"/>
          <p:nvPr/>
        </p:nvSpPr>
        <p:spPr>
          <a:xfrm>
            <a:off x="2234557" y="3111326"/>
            <a:ext cx="45720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Fira Sans Light"/>
              <a:buNone/>
            </a:pPr>
            <a:r>
              <a:rPr lang="fr-FR" sz="2800" b="1">
                <a:solidFill>
                  <a:srgbClr val="3F3F3F"/>
                </a:solidFill>
                <a:latin typeface="Gill Sans"/>
                <a:sym typeface="Gill Sans"/>
              </a:rPr>
              <a:t>Définition Dart</a:t>
            </a:r>
            <a:endParaRPr sz="2800" b="1" dirty="0">
              <a:solidFill>
                <a:srgbClr val="3F3F3F"/>
              </a:solidFill>
              <a:latin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C36D2-5D94-F1B9-614A-FDBB393C882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701E9A9-1CAB-F4EB-8848-12FA7AC41AF5}"/>
              </a:ext>
            </a:extLst>
          </p:cNvPr>
          <p:cNvSpPr>
            <a:spLocks noGrp="1"/>
          </p:cNvSpPr>
          <p:nvPr>
            <p:ph type="sldNum" idx="12"/>
          </p:nvPr>
        </p:nvSpPr>
        <p:spPr/>
        <p:txBody>
          <a:bodyPr/>
          <a:lstStyle/>
          <a:p>
            <a:fld id="{00000000-1234-1234-1234-123412341234}" type="slidenum">
              <a:rPr lang="fr-FR" smtClean="0"/>
              <a:pPr/>
              <a:t>4</a:t>
            </a:fld>
            <a:endParaRPr lang="fr-FR"/>
          </a:p>
        </p:txBody>
      </p:sp>
      <p:sp>
        <p:nvSpPr>
          <p:cNvPr id="47" name="Rectangle 46">
            <a:extLst>
              <a:ext uri="{FF2B5EF4-FFF2-40B4-BE49-F238E27FC236}">
                <a16:creationId xmlns:a16="http://schemas.microsoft.com/office/drawing/2014/main" id="{46C3FA78-33A2-804A-98E2-10FA1F562BD9}"/>
              </a:ext>
            </a:extLst>
          </p:cNvPr>
          <p:cNvSpPr/>
          <p:nvPr/>
        </p:nvSpPr>
        <p:spPr>
          <a:xfrm>
            <a:off x="151402" y="29905"/>
            <a:ext cx="3021981" cy="461665"/>
          </a:xfrm>
          <a:prstGeom prst="rect">
            <a:avLst/>
          </a:prstGeom>
        </p:spPr>
        <p:txBody>
          <a:bodyPr wrap="none">
            <a:spAutoFit/>
          </a:bodyPr>
          <a:lstStyle/>
          <a:p>
            <a:r>
              <a:rPr lang="fr-FR" sz="2400" b="1" dirty="0">
                <a:solidFill>
                  <a:schemeClr val="lt1"/>
                </a:solidFill>
                <a:latin typeface="Gill Sans"/>
              </a:rPr>
              <a:t>Présentation DART</a:t>
            </a:r>
            <a:endParaRPr lang="fr-FR" dirty="0"/>
          </a:p>
        </p:txBody>
      </p:sp>
      <p:pic>
        <p:nvPicPr>
          <p:cNvPr id="2" name="Image 1" descr="Une image contenant texte, diagramme, ligne, Police&#10;&#10;Le contenu généré par l’IA peut être incorrect.">
            <a:extLst>
              <a:ext uri="{FF2B5EF4-FFF2-40B4-BE49-F238E27FC236}">
                <a16:creationId xmlns:a16="http://schemas.microsoft.com/office/drawing/2014/main" id="{41BA454A-37BC-76E7-4BD5-83DC67CD0978}"/>
              </a:ext>
            </a:extLst>
          </p:cNvPr>
          <p:cNvPicPr>
            <a:picLocks noChangeAspect="1"/>
          </p:cNvPicPr>
          <p:nvPr/>
        </p:nvPicPr>
        <p:blipFill>
          <a:blip r:embed="rId3"/>
          <a:stretch>
            <a:fillRect/>
          </a:stretch>
        </p:blipFill>
        <p:spPr>
          <a:xfrm>
            <a:off x="919930" y="1374052"/>
            <a:ext cx="7120890" cy="4381500"/>
          </a:xfrm>
          <a:prstGeom prst="rect">
            <a:avLst/>
          </a:prstGeom>
        </p:spPr>
      </p:pic>
    </p:spTree>
    <p:extLst>
      <p:ext uri="{BB962C8B-B14F-4D97-AF65-F5344CB8AC3E}">
        <p14:creationId xmlns:p14="http://schemas.microsoft.com/office/powerpoint/2010/main" val="132397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D8A4E-2C4E-95B5-E229-E83ED34B315D}"/>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96F9E08-89EF-9BBD-29EB-E104875D9DF3}"/>
              </a:ext>
            </a:extLst>
          </p:cNvPr>
          <p:cNvSpPr>
            <a:spLocks noGrp="1"/>
          </p:cNvSpPr>
          <p:nvPr>
            <p:ph type="sldNum" idx="12"/>
          </p:nvPr>
        </p:nvSpPr>
        <p:spPr/>
        <p:txBody>
          <a:bodyPr/>
          <a:lstStyle/>
          <a:p>
            <a:fld id="{00000000-1234-1234-1234-123412341234}" type="slidenum">
              <a:rPr lang="fr-FR" smtClean="0"/>
              <a:pPr/>
              <a:t>5</a:t>
            </a:fld>
            <a:endParaRPr lang="fr-FR"/>
          </a:p>
        </p:txBody>
      </p:sp>
      <p:sp>
        <p:nvSpPr>
          <p:cNvPr id="47" name="Rectangle 46">
            <a:extLst>
              <a:ext uri="{FF2B5EF4-FFF2-40B4-BE49-F238E27FC236}">
                <a16:creationId xmlns:a16="http://schemas.microsoft.com/office/drawing/2014/main" id="{FE1311CD-3E0B-899A-04FF-5994A3678F8B}"/>
              </a:ext>
            </a:extLst>
          </p:cNvPr>
          <p:cNvSpPr/>
          <p:nvPr/>
        </p:nvSpPr>
        <p:spPr>
          <a:xfrm>
            <a:off x="151402" y="29905"/>
            <a:ext cx="3021981" cy="461665"/>
          </a:xfrm>
          <a:prstGeom prst="rect">
            <a:avLst/>
          </a:prstGeom>
        </p:spPr>
        <p:txBody>
          <a:bodyPr wrap="none">
            <a:spAutoFit/>
          </a:bodyPr>
          <a:lstStyle/>
          <a:p>
            <a:r>
              <a:rPr lang="fr-FR" sz="2400" b="1" dirty="0">
                <a:solidFill>
                  <a:schemeClr val="lt1"/>
                </a:solidFill>
                <a:latin typeface="Gill Sans"/>
              </a:rPr>
              <a:t>Présentation DART</a:t>
            </a:r>
            <a:endParaRPr lang="fr-FR" dirty="0"/>
          </a:p>
        </p:txBody>
      </p:sp>
      <p:sp>
        <p:nvSpPr>
          <p:cNvPr id="12" name="Rectangle 2">
            <a:extLst>
              <a:ext uri="{FF2B5EF4-FFF2-40B4-BE49-F238E27FC236}">
                <a16:creationId xmlns:a16="http://schemas.microsoft.com/office/drawing/2014/main" id="{46B96D08-45B6-7BD0-12EF-2A586114293D}"/>
              </a:ext>
            </a:extLst>
          </p:cNvPr>
          <p:cNvSpPr>
            <a:spLocks noChangeArrowheads="1"/>
          </p:cNvSpPr>
          <p:nvPr/>
        </p:nvSpPr>
        <p:spPr bwMode="auto">
          <a:xfrm>
            <a:off x="423260" y="1546647"/>
            <a:ext cx="8297480" cy="22058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600" b="0" i="0" u="none" strike="noStrike" cap="none" normalizeH="0" baseline="0" dirty="0">
                <a:ln>
                  <a:noFill/>
                </a:ln>
                <a:solidFill>
                  <a:srgbClr val="1F1F1F"/>
                </a:solidFill>
                <a:effectLst/>
                <a:latin typeface="Gill Sans" panose="020B0604020202020204" charset="0"/>
              </a:rPr>
              <a:t>Objets 3D fournis avec DART : blé, maïs, riz, tournesol, cerisier, olivier, agrumes, bâtiment, avion</a:t>
            </a:r>
            <a:r>
              <a:rPr kumimoji="0" lang="fr-FR" altLang="en-US" sz="1600" b="0" i="0" u="none" strike="noStrike" cap="none" normalizeH="0" baseline="0" dirty="0">
                <a:ln>
                  <a:noFill/>
                </a:ln>
                <a:solidFill>
                  <a:srgbClr val="1F1F1F"/>
                </a:solidFill>
                <a:effectLst/>
                <a:latin typeface="inherit"/>
              </a:rPr>
              <a:t>.</a:t>
            </a:r>
            <a:r>
              <a:rPr kumimoji="0" lang="fr-FR" altLang="en-US" sz="1600" b="0" i="0" u="none" strike="noStrike" cap="none" normalizeH="0" baseline="0" dirty="0">
                <a:ln>
                  <a:noFill/>
                </a:ln>
                <a:solidFill>
                  <a:schemeClr val="tx1"/>
                </a:solidFill>
                <a:effectLst/>
              </a:rPr>
              <a:t> </a:t>
            </a:r>
            <a:endParaRPr kumimoji="0" lang="fr-FR" altLang="en-US" sz="1600" b="0" i="0" u="none" strike="noStrike" cap="none" normalizeH="0" baseline="0" dirty="0">
              <a:ln>
                <a:noFill/>
              </a:ln>
              <a:solidFill>
                <a:schemeClr val="tx1"/>
              </a:solidFill>
              <a:effectLst/>
              <a:latin typeface="Arial" panose="020B0604020202020204" pitchFamily="34" charset="0"/>
            </a:endParaRPr>
          </a:p>
        </p:txBody>
      </p:sp>
      <p:pic>
        <p:nvPicPr>
          <p:cNvPr id="13" name="Espace réservé du contenu 7">
            <a:extLst>
              <a:ext uri="{FF2B5EF4-FFF2-40B4-BE49-F238E27FC236}">
                <a16:creationId xmlns:a16="http://schemas.microsoft.com/office/drawing/2014/main" id="{40CE4EC5-49F1-6123-F9FC-72E5FD6EB879}"/>
              </a:ext>
            </a:extLst>
          </p:cNvPr>
          <p:cNvPicPr>
            <a:picLocks noChangeAspect="1"/>
          </p:cNvPicPr>
          <p:nvPr/>
        </p:nvPicPr>
        <p:blipFill>
          <a:blip r:embed="rId3"/>
          <a:stretch>
            <a:fillRect/>
          </a:stretch>
        </p:blipFill>
        <p:spPr>
          <a:xfrm>
            <a:off x="1191125" y="2605747"/>
            <a:ext cx="6487430" cy="1152686"/>
          </a:xfrm>
          <a:prstGeom prst="rect">
            <a:avLst/>
          </a:prstGeom>
        </p:spPr>
      </p:pic>
      <p:sp>
        <p:nvSpPr>
          <p:cNvPr id="15" name="ZoneTexte 14">
            <a:extLst>
              <a:ext uri="{FF2B5EF4-FFF2-40B4-BE49-F238E27FC236}">
                <a16:creationId xmlns:a16="http://schemas.microsoft.com/office/drawing/2014/main" id="{6D178ECC-469F-B3A8-D528-761CC618CCAA}"/>
              </a:ext>
            </a:extLst>
          </p:cNvPr>
          <p:cNvSpPr txBox="1"/>
          <p:nvPr/>
        </p:nvSpPr>
        <p:spPr>
          <a:xfrm>
            <a:off x="423260" y="4813510"/>
            <a:ext cx="8720740" cy="830997"/>
          </a:xfrm>
          <a:prstGeom prst="rect">
            <a:avLst/>
          </a:prstGeom>
          <a:noFill/>
        </p:spPr>
        <p:txBody>
          <a:bodyPr wrap="square">
            <a:spAutoFit/>
          </a:bodyPr>
          <a:lstStyle/>
          <a:p>
            <a:r>
              <a:rPr lang="fr-FR" sz="1600" dirty="0">
                <a:solidFill>
                  <a:schemeClr val="tx1"/>
                </a:solidFill>
                <a:latin typeface="Gill Sans" panose="020B0604020202020204" charset="0"/>
              </a:rPr>
              <a:t>DART simule des paysages 3D complexes en intégrant ces objets importés qui sont  représentés par des triangles, des volumes remplis de milieux turbides ou de fluides, avec des propriétés optiques et géométriques personnalisables.</a:t>
            </a:r>
            <a:endParaRPr lang="en-US" sz="1600" dirty="0">
              <a:latin typeface="Gill Sans" panose="020B0604020202020204" charset="0"/>
            </a:endParaRPr>
          </a:p>
        </p:txBody>
      </p:sp>
    </p:spTree>
    <p:extLst>
      <p:ext uri="{BB962C8B-B14F-4D97-AF65-F5344CB8AC3E}">
        <p14:creationId xmlns:p14="http://schemas.microsoft.com/office/powerpoint/2010/main" val="2594658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235D0-CA0F-3439-3CCA-9A5F04EF490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4523E68-CA58-A05E-2404-0992587D698D}"/>
              </a:ext>
            </a:extLst>
          </p:cNvPr>
          <p:cNvSpPr>
            <a:spLocks noGrp="1"/>
          </p:cNvSpPr>
          <p:nvPr>
            <p:ph type="sldNum" idx="12"/>
          </p:nvPr>
        </p:nvSpPr>
        <p:spPr/>
        <p:txBody>
          <a:bodyPr/>
          <a:lstStyle/>
          <a:p>
            <a:fld id="{00000000-1234-1234-1234-123412341234}" type="slidenum">
              <a:rPr lang="fr-FR" smtClean="0"/>
              <a:pPr/>
              <a:t>6</a:t>
            </a:fld>
            <a:endParaRPr lang="fr-FR"/>
          </a:p>
        </p:txBody>
      </p:sp>
      <p:sp>
        <p:nvSpPr>
          <p:cNvPr id="47" name="Rectangle 46">
            <a:extLst>
              <a:ext uri="{FF2B5EF4-FFF2-40B4-BE49-F238E27FC236}">
                <a16:creationId xmlns:a16="http://schemas.microsoft.com/office/drawing/2014/main" id="{45A217D9-1CB2-1102-B0A8-7D1E87354DA9}"/>
              </a:ext>
            </a:extLst>
          </p:cNvPr>
          <p:cNvSpPr/>
          <p:nvPr/>
        </p:nvSpPr>
        <p:spPr>
          <a:xfrm>
            <a:off x="151402" y="29905"/>
            <a:ext cx="3021981" cy="461665"/>
          </a:xfrm>
          <a:prstGeom prst="rect">
            <a:avLst/>
          </a:prstGeom>
        </p:spPr>
        <p:txBody>
          <a:bodyPr wrap="none">
            <a:spAutoFit/>
          </a:bodyPr>
          <a:lstStyle/>
          <a:p>
            <a:r>
              <a:rPr lang="fr-FR" sz="2400" b="1" dirty="0">
                <a:solidFill>
                  <a:schemeClr val="lt1"/>
                </a:solidFill>
                <a:latin typeface="Gill Sans"/>
              </a:rPr>
              <a:t>Présentation DART</a:t>
            </a:r>
            <a:endParaRPr lang="fr-FR" dirty="0"/>
          </a:p>
        </p:txBody>
      </p:sp>
      <p:sp>
        <p:nvSpPr>
          <p:cNvPr id="5" name="ZoneTexte 4">
            <a:extLst>
              <a:ext uri="{FF2B5EF4-FFF2-40B4-BE49-F238E27FC236}">
                <a16:creationId xmlns:a16="http://schemas.microsoft.com/office/drawing/2014/main" id="{3B7570F9-0274-4E7E-0CE2-6F7095E2B24A}"/>
              </a:ext>
            </a:extLst>
          </p:cNvPr>
          <p:cNvSpPr txBox="1"/>
          <p:nvPr/>
        </p:nvSpPr>
        <p:spPr>
          <a:xfrm>
            <a:off x="2987802" y="1171159"/>
            <a:ext cx="4572000" cy="400110"/>
          </a:xfrm>
          <a:prstGeom prst="rect">
            <a:avLst/>
          </a:prstGeom>
          <a:noFill/>
        </p:spPr>
        <p:txBody>
          <a:bodyPr wrap="square">
            <a:spAutoFit/>
          </a:bodyPr>
          <a:lstStyle/>
          <a:p>
            <a:r>
              <a:rPr lang="en-US" sz="2000" b="1" dirty="0" err="1">
                <a:solidFill>
                  <a:srgbClr val="A40000"/>
                </a:solidFill>
              </a:rPr>
              <a:t>Paysages</a:t>
            </a:r>
            <a:r>
              <a:rPr lang="en-US" sz="2000" b="1" dirty="0">
                <a:solidFill>
                  <a:srgbClr val="A40000"/>
                </a:solidFill>
              </a:rPr>
              <a:t> </a:t>
            </a:r>
            <a:r>
              <a:rPr lang="en-US" sz="2000" b="1" dirty="0" err="1">
                <a:solidFill>
                  <a:srgbClr val="A40000"/>
                </a:solidFill>
              </a:rPr>
              <a:t>naturels</a:t>
            </a:r>
            <a:endParaRPr lang="en-US" sz="2000" b="1" dirty="0">
              <a:solidFill>
                <a:srgbClr val="A40000"/>
              </a:solidFill>
            </a:endParaRPr>
          </a:p>
        </p:txBody>
      </p:sp>
      <p:pic>
        <p:nvPicPr>
          <p:cNvPr id="10" name="Espace réservé du contenu 8">
            <a:extLst>
              <a:ext uri="{FF2B5EF4-FFF2-40B4-BE49-F238E27FC236}">
                <a16:creationId xmlns:a16="http://schemas.microsoft.com/office/drawing/2014/main" id="{839500EE-EB00-4403-DF4B-8F81D84693AA}"/>
              </a:ext>
            </a:extLst>
          </p:cNvPr>
          <p:cNvPicPr>
            <a:picLocks noChangeAspect="1"/>
          </p:cNvPicPr>
          <p:nvPr/>
        </p:nvPicPr>
        <p:blipFill>
          <a:blip r:embed="rId3"/>
          <a:stretch>
            <a:fillRect/>
          </a:stretch>
        </p:blipFill>
        <p:spPr>
          <a:xfrm>
            <a:off x="719328" y="2303108"/>
            <a:ext cx="3711650" cy="2608186"/>
          </a:xfrm>
          <a:prstGeom prst="rect">
            <a:avLst/>
          </a:prstGeom>
        </p:spPr>
      </p:pic>
      <p:pic>
        <p:nvPicPr>
          <p:cNvPr id="11" name="Espace réservé du contenu 14">
            <a:extLst>
              <a:ext uri="{FF2B5EF4-FFF2-40B4-BE49-F238E27FC236}">
                <a16:creationId xmlns:a16="http://schemas.microsoft.com/office/drawing/2014/main" id="{90D89D60-4D01-E2E8-63B6-CF31E4798CB3}"/>
              </a:ext>
            </a:extLst>
          </p:cNvPr>
          <p:cNvPicPr>
            <a:picLocks noChangeAspect="1"/>
          </p:cNvPicPr>
          <p:nvPr/>
        </p:nvPicPr>
        <p:blipFill>
          <a:blip r:embed="rId4"/>
          <a:stretch>
            <a:fillRect/>
          </a:stretch>
        </p:blipFill>
        <p:spPr>
          <a:xfrm>
            <a:off x="4713024" y="2276983"/>
            <a:ext cx="3596692" cy="2634311"/>
          </a:xfrm>
          <a:prstGeom prst="rect">
            <a:avLst/>
          </a:prstGeom>
        </p:spPr>
      </p:pic>
      <p:sp>
        <p:nvSpPr>
          <p:cNvPr id="12" name="ZoneTexte 11">
            <a:extLst>
              <a:ext uri="{FF2B5EF4-FFF2-40B4-BE49-F238E27FC236}">
                <a16:creationId xmlns:a16="http://schemas.microsoft.com/office/drawing/2014/main" id="{F3D00B81-36AC-1538-08D0-F894989CA9D9}"/>
              </a:ext>
            </a:extLst>
          </p:cNvPr>
          <p:cNvSpPr txBox="1"/>
          <p:nvPr/>
        </p:nvSpPr>
        <p:spPr>
          <a:xfrm>
            <a:off x="1218788" y="5142694"/>
            <a:ext cx="2564542"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600" b="0" i="0" u="none" strike="noStrike" cap="none" normalizeH="0" baseline="0" dirty="0">
                <a:ln>
                  <a:noFill/>
                </a:ln>
                <a:solidFill>
                  <a:srgbClr val="1F1F1F"/>
                </a:solidFill>
                <a:effectLst/>
                <a:latin typeface="inherit"/>
              </a:rPr>
              <a:t>Forêt tropicale avec palmier</a:t>
            </a:r>
            <a:r>
              <a:rPr kumimoji="0" lang="fr-FR" altLang="en-US" sz="500" b="0" i="0" u="none" strike="noStrike" cap="none" normalizeH="0" baseline="0" dirty="0">
                <a:ln>
                  <a:noFill/>
                </a:ln>
                <a:solidFill>
                  <a:schemeClr val="tx1"/>
                </a:solidFill>
                <a:effectLst/>
              </a:rPr>
              <a:t> </a:t>
            </a:r>
            <a:endParaRPr kumimoji="0" lang="fr-FR" altLang="en-US" sz="1200" b="0" i="0" u="none" strike="noStrike" cap="none" normalizeH="0" baseline="0" dirty="0">
              <a:ln>
                <a:noFill/>
              </a:ln>
              <a:solidFill>
                <a:schemeClr val="tx1"/>
              </a:solidFill>
              <a:effectLst/>
              <a:latin typeface="Arial" panose="020B0604020202020204" pitchFamily="34" charset="0"/>
            </a:endParaRPr>
          </a:p>
        </p:txBody>
      </p:sp>
      <p:sp>
        <p:nvSpPr>
          <p:cNvPr id="13" name="ZoneTexte 12">
            <a:extLst>
              <a:ext uri="{FF2B5EF4-FFF2-40B4-BE49-F238E27FC236}">
                <a16:creationId xmlns:a16="http://schemas.microsoft.com/office/drawing/2014/main" id="{F118969A-BE58-0334-93A4-373AE6EE4836}"/>
              </a:ext>
            </a:extLst>
          </p:cNvPr>
          <p:cNvSpPr txBox="1"/>
          <p:nvPr/>
        </p:nvSpPr>
        <p:spPr>
          <a:xfrm>
            <a:off x="5660311" y="5146460"/>
            <a:ext cx="2564542"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600" b="0" i="0" u="none" strike="noStrike" cap="none" normalizeH="0" baseline="0" dirty="0">
                <a:ln>
                  <a:noFill/>
                </a:ln>
                <a:solidFill>
                  <a:srgbClr val="1F1F1F"/>
                </a:solidFill>
                <a:effectLst/>
                <a:latin typeface="inherit"/>
              </a:rPr>
              <a:t>Forêt tropicale </a:t>
            </a:r>
            <a:r>
              <a:rPr kumimoji="0" lang="fr-FR" altLang="en-US" sz="500" b="0" i="0" u="none" strike="noStrike" cap="none" normalizeH="0" baseline="0" dirty="0">
                <a:ln>
                  <a:noFill/>
                </a:ln>
                <a:solidFill>
                  <a:schemeClr val="tx1"/>
                </a:solidFill>
                <a:effectLst/>
              </a:rPr>
              <a:t> </a:t>
            </a:r>
            <a:endParaRPr kumimoji="0" lang="fr-FR"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9579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41D09-1121-3765-5713-82B7E33CF0F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C138A00-C8EA-941A-2BBC-86C9348AE680}"/>
              </a:ext>
            </a:extLst>
          </p:cNvPr>
          <p:cNvSpPr>
            <a:spLocks noGrp="1"/>
          </p:cNvSpPr>
          <p:nvPr>
            <p:ph type="sldNum" idx="12"/>
          </p:nvPr>
        </p:nvSpPr>
        <p:spPr/>
        <p:txBody>
          <a:bodyPr/>
          <a:lstStyle/>
          <a:p>
            <a:fld id="{00000000-1234-1234-1234-123412341234}" type="slidenum">
              <a:rPr lang="fr-FR" smtClean="0"/>
              <a:pPr/>
              <a:t>7</a:t>
            </a:fld>
            <a:endParaRPr lang="fr-FR"/>
          </a:p>
        </p:txBody>
      </p:sp>
      <p:sp>
        <p:nvSpPr>
          <p:cNvPr id="47" name="Rectangle 46">
            <a:extLst>
              <a:ext uri="{FF2B5EF4-FFF2-40B4-BE49-F238E27FC236}">
                <a16:creationId xmlns:a16="http://schemas.microsoft.com/office/drawing/2014/main" id="{73F9DACD-82B2-2AF4-A8F0-74BE1A664D3F}"/>
              </a:ext>
            </a:extLst>
          </p:cNvPr>
          <p:cNvSpPr/>
          <p:nvPr/>
        </p:nvSpPr>
        <p:spPr>
          <a:xfrm>
            <a:off x="151402" y="29905"/>
            <a:ext cx="3021981" cy="461665"/>
          </a:xfrm>
          <a:prstGeom prst="rect">
            <a:avLst/>
          </a:prstGeom>
        </p:spPr>
        <p:txBody>
          <a:bodyPr wrap="none">
            <a:spAutoFit/>
          </a:bodyPr>
          <a:lstStyle/>
          <a:p>
            <a:r>
              <a:rPr lang="fr-FR" sz="2400" b="1" dirty="0">
                <a:solidFill>
                  <a:schemeClr val="lt1"/>
                </a:solidFill>
                <a:latin typeface="Gill Sans"/>
              </a:rPr>
              <a:t>Présentation DART</a:t>
            </a:r>
            <a:endParaRPr lang="fr-FR" dirty="0"/>
          </a:p>
        </p:txBody>
      </p:sp>
      <p:sp>
        <p:nvSpPr>
          <p:cNvPr id="12" name="ZoneTexte 11">
            <a:extLst>
              <a:ext uri="{FF2B5EF4-FFF2-40B4-BE49-F238E27FC236}">
                <a16:creationId xmlns:a16="http://schemas.microsoft.com/office/drawing/2014/main" id="{B6E299A7-CC5C-51F6-BDC3-AEE30C8401FD}"/>
              </a:ext>
            </a:extLst>
          </p:cNvPr>
          <p:cNvSpPr txBox="1"/>
          <p:nvPr/>
        </p:nvSpPr>
        <p:spPr>
          <a:xfrm>
            <a:off x="1547972" y="5163136"/>
            <a:ext cx="2703988"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600" b="0" i="0" u="none" strike="noStrike" cap="none" normalizeH="0" baseline="0" dirty="0">
                <a:ln>
                  <a:noFill/>
                </a:ln>
                <a:solidFill>
                  <a:srgbClr val="1F1F1F"/>
                </a:solidFill>
                <a:effectLst/>
                <a:latin typeface="Gill Sans" panose="020B0604020202020204" charset="0"/>
              </a:rPr>
              <a:t>Champ blé</a:t>
            </a:r>
          </a:p>
        </p:txBody>
      </p:sp>
      <p:sp>
        <p:nvSpPr>
          <p:cNvPr id="13" name="ZoneTexte 12">
            <a:extLst>
              <a:ext uri="{FF2B5EF4-FFF2-40B4-BE49-F238E27FC236}">
                <a16:creationId xmlns:a16="http://schemas.microsoft.com/office/drawing/2014/main" id="{B36EC9C2-C004-0C85-ECCE-86EA4671AEE6}"/>
              </a:ext>
            </a:extLst>
          </p:cNvPr>
          <p:cNvSpPr txBox="1"/>
          <p:nvPr/>
        </p:nvSpPr>
        <p:spPr>
          <a:xfrm>
            <a:off x="5907374" y="5162165"/>
            <a:ext cx="2564542"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600" b="0" i="0" u="none" strike="noStrike" cap="none" normalizeH="0" baseline="0" dirty="0">
                <a:ln>
                  <a:noFill/>
                </a:ln>
                <a:solidFill>
                  <a:srgbClr val="1F1F1F"/>
                </a:solidFill>
                <a:effectLst/>
                <a:latin typeface="Gill Sans" panose="020B0604020202020204" charset="0"/>
              </a:rPr>
              <a:t>Champ olive</a:t>
            </a:r>
          </a:p>
        </p:txBody>
      </p:sp>
      <p:pic>
        <p:nvPicPr>
          <p:cNvPr id="4" name="Espace réservé du contenu 9">
            <a:extLst>
              <a:ext uri="{FF2B5EF4-FFF2-40B4-BE49-F238E27FC236}">
                <a16:creationId xmlns:a16="http://schemas.microsoft.com/office/drawing/2014/main" id="{B0B546EE-C813-A6C2-5F6E-08B59B5FEEE1}"/>
              </a:ext>
            </a:extLst>
          </p:cNvPr>
          <p:cNvPicPr>
            <a:picLocks noChangeAspect="1"/>
          </p:cNvPicPr>
          <p:nvPr/>
        </p:nvPicPr>
        <p:blipFill>
          <a:blip r:embed="rId3"/>
          <a:stretch>
            <a:fillRect/>
          </a:stretch>
        </p:blipFill>
        <p:spPr>
          <a:xfrm>
            <a:off x="4572000" y="2385772"/>
            <a:ext cx="4338295" cy="2259315"/>
          </a:xfrm>
          <a:prstGeom prst="rect">
            <a:avLst/>
          </a:prstGeom>
        </p:spPr>
      </p:pic>
      <p:pic>
        <p:nvPicPr>
          <p:cNvPr id="9" name="Image 8">
            <a:extLst>
              <a:ext uri="{FF2B5EF4-FFF2-40B4-BE49-F238E27FC236}">
                <a16:creationId xmlns:a16="http://schemas.microsoft.com/office/drawing/2014/main" id="{8933FB28-2D51-A51B-E050-C6B63468E731}"/>
              </a:ext>
            </a:extLst>
          </p:cNvPr>
          <p:cNvPicPr>
            <a:picLocks noChangeAspect="1"/>
          </p:cNvPicPr>
          <p:nvPr/>
        </p:nvPicPr>
        <p:blipFill>
          <a:blip r:embed="rId4"/>
          <a:stretch>
            <a:fillRect/>
          </a:stretch>
        </p:blipFill>
        <p:spPr>
          <a:xfrm>
            <a:off x="151402" y="2385772"/>
            <a:ext cx="4285582" cy="2259315"/>
          </a:xfrm>
          <a:prstGeom prst="rect">
            <a:avLst/>
          </a:prstGeom>
        </p:spPr>
      </p:pic>
    </p:spTree>
    <p:extLst>
      <p:ext uri="{BB962C8B-B14F-4D97-AF65-F5344CB8AC3E}">
        <p14:creationId xmlns:p14="http://schemas.microsoft.com/office/powerpoint/2010/main" val="328224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E410-7FFA-2DD7-91EA-042769E255B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74F4A12A-6AD9-E574-1820-4A77FF7C521E}"/>
              </a:ext>
            </a:extLst>
          </p:cNvPr>
          <p:cNvSpPr>
            <a:spLocks noGrp="1"/>
          </p:cNvSpPr>
          <p:nvPr>
            <p:ph type="sldNum" idx="12"/>
          </p:nvPr>
        </p:nvSpPr>
        <p:spPr/>
        <p:txBody>
          <a:bodyPr/>
          <a:lstStyle/>
          <a:p>
            <a:fld id="{00000000-1234-1234-1234-123412341234}" type="slidenum">
              <a:rPr lang="fr-FR" smtClean="0"/>
              <a:pPr/>
              <a:t>8</a:t>
            </a:fld>
            <a:endParaRPr lang="fr-FR"/>
          </a:p>
        </p:txBody>
      </p:sp>
      <p:sp>
        <p:nvSpPr>
          <p:cNvPr id="47" name="Rectangle 46">
            <a:extLst>
              <a:ext uri="{FF2B5EF4-FFF2-40B4-BE49-F238E27FC236}">
                <a16:creationId xmlns:a16="http://schemas.microsoft.com/office/drawing/2014/main" id="{84C71026-F27E-C69E-0154-BA1B3D7B020C}"/>
              </a:ext>
            </a:extLst>
          </p:cNvPr>
          <p:cNvSpPr/>
          <p:nvPr/>
        </p:nvSpPr>
        <p:spPr>
          <a:xfrm>
            <a:off x="151402" y="29905"/>
            <a:ext cx="3021981" cy="461665"/>
          </a:xfrm>
          <a:prstGeom prst="rect">
            <a:avLst/>
          </a:prstGeom>
        </p:spPr>
        <p:txBody>
          <a:bodyPr wrap="none">
            <a:spAutoFit/>
          </a:bodyPr>
          <a:lstStyle/>
          <a:p>
            <a:r>
              <a:rPr lang="fr-FR" sz="2400" b="1" dirty="0">
                <a:solidFill>
                  <a:schemeClr val="lt1"/>
                </a:solidFill>
                <a:latin typeface="Gill Sans"/>
              </a:rPr>
              <a:t>Présentation DART</a:t>
            </a:r>
            <a:endParaRPr lang="fr-FR" dirty="0"/>
          </a:p>
        </p:txBody>
      </p:sp>
      <p:sp>
        <p:nvSpPr>
          <p:cNvPr id="5" name="ZoneTexte 4">
            <a:extLst>
              <a:ext uri="{FF2B5EF4-FFF2-40B4-BE49-F238E27FC236}">
                <a16:creationId xmlns:a16="http://schemas.microsoft.com/office/drawing/2014/main" id="{A063A2C0-6586-8681-1D14-1FB8B544DA10}"/>
              </a:ext>
            </a:extLst>
          </p:cNvPr>
          <p:cNvSpPr txBox="1"/>
          <p:nvPr/>
        </p:nvSpPr>
        <p:spPr>
          <a:xfrm>
            <a:off x="2987802" y="1171159"/>
            <a:ext cx="4572000" cy="400110"/>
          </a:xfrm>
          <a:prstGeom prst="rect">
            <a:avLst/>
          </a:prstGeom>
          <a:noFill/>
        </p:spPr>
        <p:txBody>
          <a:bodyPr wrap="square">
            <a:spAutoFit/>
          </a:bodyPr>
          <a:lstStyle/>
          <a:p>
            <a:r>
              <a:rPr lang="en-US" sz="2000" b="1" dirty="0" err="1">
                <a:solidFill>
                  <a:srgbClr val="A40000"/>
                </a:solidFill>
              </a:rPr>
              <a:t>Paysages</a:t>
            </a:r>
            <a:r>
              <a:rPr lang="en-US" sz="2000" b="1" dirty="0">
                <a:solidFill>
                  <a:srgbClr val="A40000"/>
                </a:solidFill>
              </a:rPr>
              <a:t> </a:t>
            </a:r>
            <a:r>
              <a:rPr lang="en-US" sz="2000" b="1" dirty="0" err="1">
                <a:solidFill>
                  <a:srgbClr val="A40000"/>
                </a:solidFill>
              </a:rPr>
              <a:t>urbains</a:t>
            </a:r>
            <a:r>
              <a:rPr lang="en-US" sz="2000" b="1" dirty="0">
                <a:solidFill>
                  <a:srgbClr val="A40000"/>
                </a:solidFill>
              </a:rPr>
              <a:t> </a:t>
            </a:r>
          </a:p>
        </p:txBody>
      </p:sp>
      <p:sp>
        <p:nvSpPr>
          <p:cNvPr id="12" name="ZoneTexte 11">
            <a:extLst>
              <a:ext uri="{FF2B5EF4-FFF2-40B4-BE49-F238E27FC236}">
                <a16:creationId xmlns:a16="http://schemas.microsoft.com/office/drawing/2014/main" id="{D3C54685-BAB9-B21D-7FEA-9B7C07AFBFD9}"/>
              </a:ext>
            </a:extLst>
          </p:cNvPr>
          <p:cNvSpPr txBox="1"/>
          <p:nvPr/>
        </p:nvSpPr>
        <p:spPr>
          <a:xfrm>
            <a:off x="4472963" y="5348287"/>
            <a:ext cx="3664108"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en-US" sz="1600" b="0" i="0" u="none" strike="noStrike" cap="none" normalizeH="0" baseline="0" dirty="0">
                <a:ln>
                  <a:noFill/>
                </a:ln>
                <a:solidFill>
                  <a:srgbClr val="1F1F1F"/>
                </a:solidFill>
                <a:effectLst/>
                <a:latin typeface="Gill Sans" panose="020B0604020202020204" charset="0"/>
              </a:rPr>
              <a:t> Université de Pau et des pays de l'Adour</a:t>
            </a:r>
            <a:endParaRPr kumimoji="0" lang="fr-FR" altLang="en-US" sz="1200" b="0" i="0" u="none" strike="noStrike" cap="none" normalizeH="0" baseline="0" dirty="0">
              <a:ln>
                <a:noFill/>
              </a:ln>
              <a:solidFill>
                <a:schemeClr val="tx1"/>
              </a:solidFill>
              <a:effectLst/>
              <a:latin typeface="Gill Sans" panose="020B0604020202020204" charset="0"/>
            </a:endParaRPr>
          </a:p>
        </p:txBody>
      </p:sp>
      <p:sp>
        <p:nvSpPr>
          <p:cNvPr id="13" name="ZoneTexte 12">
            <a:extLst>
              <a:ext uri="{FF2B5EF4-FFF2-40B4-BE49-F238E27FC236}">
                <a16:creationId xmlns:a16="http://schemas.microsoft.com/office/drawing/2014/main" id="{1591D475-22DE-54E6-4366-7CE6CD88C740}"/>
              </a:ext>
            </a:extLst>
          </p:cNvPr>
          <p:cNvSpPr txBox="1"/>
          <p:nvPr/>
        </p:nvSpPr>
        <p:spPr>
          <a:xfrm>
            <a:off x="1" y="5333671"/>
            <a:ext cx="4472962" cy="584775"/>
          </a:xfrm>
          <a:prstGeom prst="rect">
            <a:avLst/>
          </a:prstGeom>
          <a:noFill/>
        </p:spPr>
        <p:txBody>
          <a:bodyPr wrap="square">
            <a:spAutoFit/>
          </a:bodyPr>
          <a:lstStyle/>
          <a:p>
            <a:pPr lvl="0" eaLnBrk="0" fontAlgn="base" hangingPunct="0">
              <a:spcBef>
                <a:spcPct val="0"/>
              </a:spcBef>
              <a:spcAft>
                <a:spcPct val="0"/>
              </a:spcAft>
              <a:buClrTx/>
            </a:pPr>
            <a:r>
              <a:rPr lang="fr-FR" altLang="en-US" sz="1600" dirty="0">
                <a:solidFill>
                  <a:srgbClr val="1F1F1F"/>
                </a:solidFill>
                <a:latin typeface="Gill Sans" panose="020B0604020202020204" charset="0"/>
              </a:rPr>
              <a:t>Quartier de Brienne, Toulouse (simulation réalisée avec la base de données urbaine de Toulouse)</a:t>
            </a:r>
            <a:endParaRPr kumimoji="0" lang="en-US" altLang="en-US" sz="1600" b="0" i="0" u="none" strike="noStrike" cap="none" normalizeH="0" baseline="0" dirty="0">
              <a:ln>
                <a:noFill/>
              </a:ln>
              <a:solidFill>
                <a:srgbClr val="1F1F1F"/>
              </a:solidFill>
              <a:effectLst/>
              <a:latin typeface="Gill Sans" panose="020B0604020202020204" charset="0"/>
            </a:endParaRPr>
          </a:p>
        </p:txBody>
      </p:sp>
      <p:pic>
        <p:nvPicPr>
          <p:cNvPr id="2" name="Espace réservé du contenu 7">
            <a:extLst>
              <a:ext uri="{FF2B5EF4-FFF2-40B4-BE49-F238E27FC236}">
                <a16:creationId xmlns:a16="http://schemas.microsoft.com/office/drawing/2014/main" id="{3D606907-BED6-84BC-4861-15DF9FED64F5}"/>
              </a:ext>
            </a:extLst>
          </p:cNvPr>
          <p:cNvPicPr>
            <a:picLocks noChangeAspect="1"/>
          </p:cNvPicPr>
          <p:nvPr/>
        </p:nvPicPr>
        <p:blipFill>
          <a:blip r:embed="rId3"/>
          <a:stretch>
            <a:fillRect/>
          </a:stretch>
        </p:blipFill>
        <p:spPr>
          <a:xfrm>
            <a:off x="4320289" y="1909823"/>
            <a:ext cx="3969456" cy="3085294"/>
          </a:xfrm>
          <a:prstGeom prst="rect">
            <a:avLst/>
          </a:prstGeom>
        </p:spPr>
      </p:pic>
      <p:pic>
        <p:nvPicPr>
          <p:cNvPr id="4" name="Espace réservé du contenu 17">
            <a:extLst>
              <a:ext uri="{FF2B5EF4-FFF2-40B4-BE49-F238E27FC236}">
                <a16:creationId xmlns:a16="http://schemas.microsoft.com/office/drawing/2014/main" id="{DA9C35F8-A76E-17FA-0B50-0F1D25E64A32}"/>
              </a:ext>
            </a:extLst>
          </p:cNvPr>
          <p:cNvPicPr>
            <a:picLocks noChangeAspect="1"/>
          </p:cNvPicPr>
          <p:nvPr/>
        </p:nvPicPr>
        <p:blipFill>
          <a:blip r:embed="rId4"/>
          <a:stretch>
            <a:fillRect/>
          </a:stretch>
        </p:blipFill>
        <p:spPr>
          <a:xfrm>
            <a:off x="151402" y="1909823"/>
            <a:ext cx="4056071" cy="3085294"/>
          </a:xfrm>
          <a:prstGeom prst="rect">
            <a:avLst/>
          </a:prstGeom>
        </p:spPr>
      </p:pic>
    </p:spTree>
    <p:extLst>
      <p:ext uri="{BB962C8B-B14F-4D97-AF65-F5344CB8AC3E}">
        <p14:creationId xmlns:p14="http://schemas.microsoft.com/office/powerpoint/2010/main" val="277236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E7F00-2858-13F4-1BA1-EDD35B610365}"/>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1E7250B-7155-318D-00D5-D25B56880DE1}"/>
              </a:ext>
            </a:extLst>
          </p:cNvPr>
          <p:cNvSpPr>
            <a:spLocks noGrp="1"/>
          </p:cNvSpPr>
          <p:nvPr>
            <p:ph type="sldNum" idx="12"/>
          </p:nvPr>
        </p:nvSpPr>
        <p:spPr/>
        <p:txBody>
          <a:bodyPr/>
          <a:lstStyle/>
          <a:p>
            <a:fld id="{00000000-1234-1234-1234-123412341234}" type="slidenum">
              <a:rPr lang="fr-FR" smtClean="0"/>
              <a:pPr/>
              <a:t>9</a:t>
            </a:fld>
            <a:endParaRPr lang="fr-FR"/>
          </a:p>
        </p:txBody>
      </p:sp>
      <p:sp>
        <p:nvSpPr>
          <p:cNvPr id="47" name="Rectangle 46">
            <a:extLst>
              <a:ext uri="{FF2B5EF4-FFF2-40B4-BE49-F238E27FC236}">
                <a16:creationId xmlns:a16="http://schemas.microsoft.com/office/drawing/2014/main" id="{F35BA855-62E5-1AA9-2BF6-DD0F5D1D939C}"/>
              </a:ext>
            </a:extLst>
          </p:cNvPr>
          <p:cNvSpPr/>
          <p:nvPr/>
        </p:nvSpPr>
        <p:spPr>
          <a:xfrm>
            <a:off x="151402" y="29905"/>
            <a:ext cx="3021981" cy="461665"/>
          </a:xfrm>
          <a:prstGeom prst="rect">
            <a:avLst/>
          </a:prstGeom>
        </p:spPr>
        <p:txBody>
          <a:bodyPr wrap="none">
            <a:spAutoFit/>
          </a:bodyPr>
          <a:lstStyle/>
          <a:p>
            <a:r>
              <a:rPr lang="fr-FR" sz="2400" b="1" dirty="0">
                <a:solidFill>
                  <a:schemeClr val="lt1"/>
                </a:solidFill>
                <a:latin typeface="Gill Sans"/>
              </a:rPr>
              <a:t>Présentation DART</a:t>
            </a:r>
            <a:endParaRPr lang="fr-FR" dirty="0"/>
          </a:p>
        </p:txBody>
      </p:sp>
      <p:sp>
        <p:nvSpPr>
          <p:cNvPr id="5" name="ZoneTexte 4">
            <a:extLst>
              <a:ext uri="{FF2B5EF4-FFF2-40B4-BE49-F238E27FC236}">
                <a16:creationId xmlns:a16="http://schemas.microsoft.com/office/drawing/2014/main" id="{445A98FB-A93F-27C7-2709-96007996BA17}"/>
              </a:ext>
            </a:extLst>
          </p:cNvPr>
          <p:cNvSpPr txBox="1"/>
          <p:nvPr/>
        </p:nvSpPr>
        <p:spPr>
          <a:xfrm>
            <a:off x="1892808" y="1171159"/>
            <a:ext cx="5666994" cy="400110"/>
          </a:xfrm>
          <a:prstGeom prst="rect">
            <a:avLst/>
          </a:prstGeom>
          <a:noFill/>
        </p:spPr>
        <p:txBody>
          <a:bodyPr wrap="square">
            <a:spAutoFit/>
          </a:bodyPr>
          <a:lstStyle/>
          <a:p>
            <a:r>
              <a:rPr lang="fr-FR" sz="2000" b="1" dirty="0">
                <a:solidFill>
                  <a:srgbClr val="A40000"/>
                </a:solidFill>
              </a:rPr>
              <a:t>Scènes avec des éléments spécifiques</a:t>
            </a:r>
            <a:endParaRPr lang="en-US" sz="2000" b="1" dirty="0">
              <a:solidFill>
                <a:srgbClr val="A40000"/>
              </a:solidFill>
            </a:endParaRPr>
          </a:p>
        </p:txBody>
      </p:sp>
      <p:pic>
        <p:nvPicPr>
          <p:cNvPr id="6" name="Espace réservé du contenu 7">
            <a:extLst>
              <a:ext uri="{FF2B5EF4-FFF2-40B4-BE49-F238E27FC236}">
                <a16:creationId xmlns:a16="http://schemas.microsoft.com/office/drawing/2014/main" id="{DEEA25CC-9C58-F32E-667B-751D564B0662}"/>
              </a:ext>
            </a:extLst>
          </p:cNvPr>
          <p:cNvPicPr>
            <a:picLocks noChangeAspect="1"/>
          </p:cNvPicPr>
          <p:nvPr/>
        </p:nvPicPr>
        <p:blipFill>
          <a:blip r:embed="rId3"/>
          <a:stretch>
            <a:fillRect/>
          </a:stretch>
        </p:blipFill>
        <p:spPr>
          <a:xfrm>
            <a:off x="989730" y="2316011"/>
            <a:ext cx="7164539" cy="2225977"/>
          </a:xfrm>
          <a:prstGeom prst="rect">
            <a:avLst/>
          </a:prstGeom>
        </p:spPr>
      </p:pic>
      <p:sp>
        <p:nvSpPr>
          <p:cNvPr id="7" name="ZoneTexte 6">
            <a:extLst>
              <a:ext uri="{FF2B5EF4-FFF2-40B4-BE49-F238E27FC236}">
                <a16:creationId xmlns:a16="http://schemas.microsoft.com/office/drawing/2014/main" id="{5DF87A27-EA97-A239-78CE-CE6B8BD65505}"/>
              </a:ext>
            </a:extLst>
          </p:cNvPr>
          <p:cNvSpPr txBox="1"/>
          <p:nvPr/>
        </p:nvSpPr>
        <p:spPr>
          <a:xfrm>
            <a:off x="2999232" y="4917398"/>
            <a:ext cx="3877056" cy="369332"/>
          </a:xfrm>
          <a:prstGeom prst="rect">
            <a:avLst/>
          </a:prstGeom>
          <a:noFill/>
        </p:spPr>
        <p:txBody>
          <a:bodyPr wrap="square">
            <a:spAutoFit/>
          </a:bodyPr>
          <a:lstStyle/>
          <a:p>
            <a:r>
              <a:rPr lang="en-US" sz="1800" b="0" i="0" dirty="0">
                <a:solidFill>
                  <a:srgbClr val="131314"/>
                </a:solidFill>
                <a:effectLst/>
                <a:latin typeface="Gill Sans" panose="020B0604020202020204" charset="0"/>
              </a:rPr>
              <a:t>    La propagation du </a:t>
            </a:r>
            <a:r>
              <a:rPr lang="en-US" sz="1800" i="0" dirty="0">
                <a:solidFill>
                  <a:srgbClr val="131314"/>
                </a:solidFill>
                <a:effectLst/>
                <a:latin typeface="Gill Sans" panose="020B0604020202020204" charset="0"/>
              </a:rPr>
              <a:t>feu</a:t>
            </a:r>
            <a:endParaRPr lang="en-US" sz="1800" dirty="0">
              <a:latin typeface="Gill Sans" panose="020B0604020202020204" charset="0"/>
            </a:endParaRPr>
          </a:p>
        </p:txBody>
      </p:sp>
    </p:spTree>
    <p:extLst>
      <p:ext uri="{BB962C8B-B14F-4D97-AF65-F5344CB8AC3E}">
        <p14:creationId xmlns:p14="http://schemas.microsoft.com/office/powerpoint/2010/main" val="357391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60">
          <a:extLst>
            <a:ext uri="{FF2B5EF4-FFF2-40B4-BE49-F238E27FC236}">
              <a16:creationId xmlns:a16="http://schemas.microsoft.com/office/drawing/2014/main" id="{A0B0CB00-3BDE-43F7-C973-F0AA5C201783}"/>
            </a:ext>
          </a:extLst>
        </p:cNvPr>
        <p:cNvGrpSpPr/>
        <p:nvPr/>
      </p:nvGrpSpPr>
      <p:grpSpPr>
        <a:xfrm>
          <a:off x="0" y="0"/>
          <a:ext cx="0" cy="0"/>
          <a:chOff x="0" y="0"/>
          <a:chExt cx="0" cy="0"/>
        </a:xfrm>
      </p:grpSpPr>
      <p:sp>
        <p:nvSpPr>
          <p:cNvPr id="161" name="Google Shape;161;g17266f23d4b_0_11">
            <a:extLst>
              <a:ext uri="{FF2B5EF4-FFF2-40B4-BE49-F238E27FC236}">
                <a16:creationId xmlns:a16="http://schemas.microsoft.com/office/drawing/2014/main" id="{CCBF5BAE-087C-1C88-73C5-E9FB2A6267A7}"/>
              </a:ext>
            </a:extLst>
          </p:cNvPr>
          <p:cNvSpPr txBox="1"/>
          <p:nvPr/>
        </p:nvSpPr>
        <p:spPr>
          <a:xfrm>
            <a:off x="2242870" y="3111326"/>
            <a:ext cx="45720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Fira Sans Light"/>
              <a:buNone/>
            </a:pPr>
            <a:r>
              <a:rPr lang="fr-FR" sz="2800" b="1" dirty="0">
                <a:solidFill>
                  <a:srgbClr val="3F3F3F"/>
                </a:solidFill>
                <a:latin typeface="Gill Sans"/>
                <a:ea typeface="Gill Sans"/>
                <a:cs typeface="Gill Sans"/>
                <a:sym typeface="Gill Sans"/>
              </a:rPr>
              <a:t>Objectif </a:t>
            </a:r>
            <a:endParaRPr lang="fr-FR" sz="2000" b="1" i="0" u="none" strike="noStrike" cap="none" dirty="0">
              <a:solidFill>
                <a:srgbClr val="3F3F3F"/>
              </a:solidFill>
              <a:latin typeface="Gill Sans"/>
              <a:ea typeface="Gill Sans"/>
              <a:cs typeface="Gill Sans"/>
              <a:sym typeface="Gill Sans"/>
            </a:endParaRPr>
          </a:p>
        </p:txBody>
      </p:sp>
      <p:sp>
        <p:nvSpPr>
          <p:cNvPr id="162" name="Google Shape;162;g17266f23d4b_0_11">
            <a:extLst>
              <a:ext uri="{FF2B5EF4-FFF2-40B4-BE49-F238E27FC236}">
                <a16:creationId xmlns:a16="http://schemas.microsoft.com/office/drawing/2014/main" id="{7015F0F8-13CA-E267-E6B4-0120C2739C6E}"/>
              </a:ext>
            </a:extLst>
          </p:cNvPr>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sz="1600"/>
              <a:t>10</a:t>
            </a:fld>
            <a:endParaRPr sz="1600" dirty="0"/>
          </a:p>
        </p:txBody>
      </p:sp>
    </p:spTree>
    <p:extLst>
      <p:ext uri="{BB962C8B-B14F-4D97-AF65-F5344CB8AC3E}">
        <p14:creationId xmlns:p14="http://schemas.microsoft.com/office/powerpoint/2010/main" val="90605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9DE61-362A-D76A-7DDA-854C120C6CA0}"/>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A471AF4E-CE7C-F661-8AAE-FF083ABF8DE2}"/>
              </a:ext>
            </a:extLst>
          </p:cNvPr>
          <p:cNvSpPr>
            <a:spLocks noGrp="1"/>
          </p:cNvSpPr>
          <p:nvPr>
            <p:ph type="sldNum" idx="12"/>
          </p:nvPr>
        </p:nvSpPr>
        <p:spPr/>
        <p:txBody>
          <a:bodyPr/>
          <a:lstStyle/>
          <a:p>
            <a:fld id="{00000000-1234-1234-1234-123412341234}" type="slidenum">
              <a:rPr lang="fr-FR" smtClean="0"/>
              <a:pPr/>
              <a:t>11</a:t>
            </a:fld>
            <a:endParaRPr lang="fr-FR"/>
          </a:p>
        </p:txBody>
      </p:sp>
      <p:sp>
        <p:nvSpPr>
          <p:cNvPr id="47" name="Rectangle 46">
            <a:extLst>
              <a:ext uri="{FF2B5EF4-FFF2-40B4-BE49-F238E27FC236}">
                <a16:creationId xmlns:a16="http://schemas.microsoft.com/office/drawing/2014/main" id="{6A6CCA09-8BEF-FE3E-1DCB-904A7D9F587C}"/>
              </a:ext>
            </a:extLst>
          </p:cNvPr>
          <p:cNvSpPr/>
          <p:nvPr/>
        </p:nvSpPr>
        <p:spPr>
          <a:xfrm>
            <a:off x="151402" y="29905"/>
            <a:ext cx="1342034" cy="461665"/>
          </a:xfrm>
          <a:prstGeom prst="rect">
            <a:avLst/>
          </a:prstGeom>
        </p:spPr>
        <p:txBody>
          <a:bodyPr wrap="none">
            <a:spAutoFit/>
          </a:bodyPr>
          <a:lstStyle/>
          <a:p>
            <a:r>
              <a:rPr lang="fr-FR" sz="2400" b="1" dirty="0">
                <a:solidFill>
                  <a:schemeClr val="lt1"/>
                </a:solidFill>
                <a:latin typeface="Gill Sans"/>
              </a:rPr>
              <a:t>Objectif</a:t>
            </a:r>
            <a:endParaRPr lang="fr-FR" dirty="0"/>
          </a:p>
        </p:txBody>
      </p:sp>
      <p:sp>
        <p:nvSpPr>
          <p:cNvPr id="5" name="ZoneTexte 4">
            <a:extLst>
              <a:ext uri="{FF2B5EF4-FFF2-40B4-BE49-F238E27FC236}">
                <a16:creationId xmlns:a16="http://schemas.microsoft.com/office/drawing/2014/main" id="{708D82B1-4426-7269-E2BE-1F3904D21B7D}"/>
              </a:ext>
            </a:extLst>
          </p:cNvPr>
          <p:cNvSpPr txBox="1"/>
          <p:nvPr/>
        </p:nvSpPr>
        <p:spPr>
          <a:xfrm>
            <a:off x="402336" y="2089042"/>
            <a:ext cx="8113014" cy="1938992"/>
          </a:xfrm>
          <a:prstGeom prst="rect">
            <a:avLst/>
          </a:prstGeom>
          <a:noFill/>
        </p:spPr>
        <p:txBody>
          <a:bodyPr wrap="square">
            <a:spAutoFit/>
          </a:bodyPr>
          <a:lstStyle/>
          <a:p>
            <a:r>
              <a:rPr lang="fr-FR" sz="2000" b="1" dirty="0">
                <a:solidFill>
                  <a:schemeClr val="tx1"/>
                </a:solidFill>
              </a:rPr>
              <a:t>Création d’une base de données :</a:t>
            </a:r>
          </a:p>
          <a:p>
            <a:endParaRPr lang="fr-FR" sz="2000" b="1" dirty="0">
              <a:solidFill>
                <a:schemeClr val="tx1"/>
              </a:solidFill>
            </a:endParaRPr>
          </a:p>
          <a:p>
            <a:pPr marL="342900" indent="-342900">
              <a:buFontTx/>
              <a:buChar char="-"/>
            </a:pPr>
            <a:r>
              <a:rPr lang="fr-FR" sz="2000" b="1" dirty="0">
                <a:solidFill>
                  <a:schemeClr val="tx1"/>
                </a:solidFill>
              </a:rPr>
              <a:t>Simulation de la scène </a:t>
            </a:r>
          </a:p>
          <a:p>
            <a:endParaRPr lang="fr-FR" sz="2000" b="1" dirty="0">
              <a:solidFill>
                <a:schemeClr val="tx1"/>
              </a:solidFill>
            </a:endParaRPr>
          </a:p>
          <a:p>
            <a:pPr marL="342900" indent="-342900">
              <a:buFontTx/>
              <a:buChar char="-"/>
            </a:pPr>
            <a:r>
              <a:rPr lang="fr-FR" sz="2000" b="1" dirty="0">
                <a:solidFill>
                  <a:schemeClr val="tx1"/>
                </a:solidFill>
              </a:rPr>
              <a:t>Définir les propriétés et les paramètres des séquences pour créer différents simulations  a partir de la simulation root</a:t>
            </a:r>
            <a:endParaRPr lang="en-US" sz="2000" b="1" dirty="0">
              <a:solidFill>
                <a:schemeClr val="tx1"/>
              </a:solidFill>
            </a:endParaRPr>
          </a:p>
        </p:txBody>
      </p:sp>
    </p:spTree>
    <p:extLst>
      <p:ext uri="{BB962C8B-B14F-4D97-AF65-F5344CB8AC3E}">
        <p14:creationId xmlns:p14="http://schemas.microsoft.com/office/powerpoint/2010/main" val="65891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60"/>
        <p:cNvGrpSpPr/>
        <p:nvPr/>
      </p:nvGrpSpPr>
      <p:grpSpPr>
        <a:xfrm>
          <a:off x="0" y="0"/>
          <a:ext cx="0" cy="0"/>
          <a:chOff x="0" y="0"/>
          <a:chExt cx="0" cy="0"/>
        </a:xfrm>
      </p:grpSpPr>
      <p:sp>
        <p:nvSpPr>
          <p:cNvPr id="161" name="Google Shape;161;g17266f23d4b_0_11"/>
          <p:cNvSpPr txBox="1"/>
          <p:nvPr/>
        </p:nvSpPr>
        <p:spPr>
          <a:xfrm>
            <a:off x="2453182" y="2681558"/>
            <a:ext cx="4572000" cy="954067"/>
          </a:xfrm>
          <a:prstGeom prst="rect">
            <a:avLst/>
          </a:prstGeom>
          <a:noFill/>
          <a:ln>
            <a:noFill/>
          </a:ln>
        </p:spPr>
        <p:txBody>
          <a:bodyPr spcFirstLastPara="1" wrap="square" lIns="91425" tIns="45700" rIns="91425" bIns="45700" anchor="t" anchorCtr="0">
            <a:spAutoFit/>
          </a:bodyPr>
          <a:lstStyle/>
          <a:p>
            <a:pPr>
              <a:buClr>
                <a:schemeClr val="dk1"/>
              </a:buClr>
              <a:buSzPts val="1800"/>
            </a:pPr>
            <a:r>
              <a:rPr lang="fr-FR" sz="2800" b="1" dirty="0">
                <a:solidFill>
                  <a:srgbClr val="3F3F3F"/>
                </a:solidFill>
                <a:latin typeface="Gill Sans"/>
                <a:ea typeface="Gill Sans"/>
                <a:cs typeface="Gill Sans"/>
                <a:sym typeface="Gill Sans"/>
              </a:rPr>
              <a:t>Réalisation et problèmes:</a:t>
            </a:r>
          </a:p>
          <a:p>
            <a:pPr marL="0" marR="0" lvl="0" indent="0" algn="l" rtl="0">
              <a:lnSpc>
                <a:spcPct val="100000"/>
              </a:lnSpc>
              <a:spcBef>
                <a:spcPts val="0"/>
              </a:spcBef>
              <a:spcAft>
                <a:spcPts val="0"/>
              </a:spcAft>
              <a:buClr>
                <a:schemeClr val="dk1"/>
              </a:buClr>
              <a:buSzPts val="1800"/>
              <a:buFont typeface="Fira Sans Light"/>
              <a:buNone/>
            </a:pPr>
            <a:r>
              <a:rPr lang="fr-FR" sz="2800" b="1" dirty="0">
                <a:solidFill>
                  <a:srgbClr val="3F3F3F"/>
                </a:solidFill>
                <a:latin typeface="Gill Sans"/>
                <a:ea typeface="Gill Sans"/>
                <a:cs typeface="Gill Sans"/>
                <a:sym typeface="Gill Sans"/>
              </a:rPr>
              <a:t>  Création d’une scène</a:t>
            </a:r>
            <a:endParaRPr lang="fr-FR" sz="2000" b="1" i="0" u="none" strike="noStrike" cap="none" dirty="0">
              <a:solidFill>
                <a:srgbClr val="3F3F3F"/>
              </a:solidFill>
              <a:latin typeface="Gill Sans"/>
              <a:ea typeface="Gill Sans"/>
              <a:cs typeface="Gill Sans"/>
              <a:sym typeface="Gill Sans"/>
            </a:endParaRPr>
          </a:p>
        </p:txBody>
      </p:sp>
      <p:sp>
        <p:nvSpPr>
          <p:cNvPr id="162" name="Google Shape;162;g17266f23d4b_0_11"/>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sz="1600"/>
              <a:t>12</a:t>
            </a:fld>
            <a:endParaRPr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E8BE-49AB-BF9A-5E5A-3677D2A680E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4EED026-1E2D-68EB-A4DE-4CC8146FFE5A}"/>
              </a:ext>
            </a:extLst>
          </p:cNvPr>
          <p:cNvSpPr>
            <a:spLocks noGrp="1"/>
          </p:cNvSpPr>
          <p:nvPr>
            <p:ph type="sldNum" idx="12"/>
          </p:nvPr>
        </p:nvSpPr>
        <p:spPr/>
        <p:txBody>
          <a:bodyPr/>
          <a:lstStyle/>
          <a:p>
            <a:fld id="{00000000-1234-1234-1234-123412341234}" type="slidenum">
              <a:rPr lang="fr-FR" smtClean="0"/>
              <a:pPr/>
              <a:t>13</a:t>
            </a:fld>
            <a:endParaRPr lang="fr-FR"/>
          </a:p>
        </p:txBody>
      </p:sp>
      <p:sp>
        <p:nvSpPr>
          <p:cNvPr id="47" name="Rectangle 46">
            <a:extLst>
              <a:ext uri="{FF2B5EF4-FFF2-40B4-BE49-F238E27FC236}">
                <a16:creationId xmlns:a16="http://schemas.microsoft.com/office/drawing/2014/main" id="{46EE56D5-3A1C-5DA0-7B2C-BC7A66600551}"/>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5" name="ZoneTexte 4">
            <a:extLst>
              <a:ext uri="{FF2B5EF4-FFF2-40B4-BE49-F238E27FC236}">
                <a16:creationId xmlns:a16="http://schemas.microsoft.com/office/drawing/2014/main" id="{D588C04B-BD06-1163-2A85-7FF612DF81E5}"/>
              </a:ext>
            </a:extLst>
          </p:cNvPr>
          <p:cNvSpPr txBox="1"/>
          <p:nvPr/>
        </p:nvSpPr>
        <p:spPr>
          <a:xfrm>
            <a:off x="1760175" y="891178"/>
            <a:ext cx="7460361" cy="400110"/>
          </a:xfrm>
          <a:prstGeom prst="rect">
            <a:avLst/>
          </a:prstGeom>
          <a:noFill/>
        </p:spPr>
        <p:txBody>
          <a:bodyPr wrap="square">
            <a:spAutoFit/>
          </a:bodyPr>
          <a:lstStyle/>
          <a:p>
            <a:r>
              <a:rPr lang="fr-FR" sz="2000" b="1" dirty="0">
                <a:solidFill>
                  <a:schemeClr val="tx1"/>
                </a:solidFill>
              </a:rPr>
              <a:t>Simuler une scène qui contient des oliviers</a:t>
            </a:r>
            <a:endParaRPr lang="en-US" sz="2000" b="1" dirty="0">
              <a:solidFill>
                <a:schemeClr val="tx1"/>
              </a:solidFill>
            </a:endParaRPr>
          </a:p>
        </p:txBody>
      </p:sp>
      <p:pic>
        <p:nvPicPr>
          <p:cNvPr id="4" name="Image 3" descr="Une image contenant carte, Voie de transport, carrefour, aérien&#10;&#10;Le contenu généré par l’IA peut être incorrect.">
            <a:extLst>
              <a:ext uri="{FF2B5EF4-FFF2-40B4-BE49-F238E27FC236}">
                <a16:creationId xmlns:a16="http://schemas.microsoft.com/office/drawing/2014/main" id="{6729DB07-64C4-B3AC-E697-D4085559C13A}"/>
              </a:ext>
            </a:extLst>
          </p:cNvPr>
          <p:cNvPicPr>
            <a:picLocks noChangeAspect="1"/>
          </p:cNvPicPr>
          <p:nvPr/>
        </p:nvPicPr>
        <p:blipFill>
          <a:blip r:embed="rId3"/>
          <a:stretch>
            <a:fillRect/>
          </a:stretch>
        </p:blipFill>
        <p:spPr>
          <a:xfrm>
            <a:off x="2723671" y="1690896"/>
            <a:ext cx="3696657" cy="4447248"/>
          </a:xfrm>
          <a:prstGeom prst="rect">
            <a:avLst/>
          </a:prstGeom>
        </p:spPr>
      </p:pic>
    </p:spTree>
    <p:extLst>
      <p:ext uri="{BB962C8B-B14F-4D97-AF65-F5344CB8AC3E}">
        <p14:creationId xmlns:p14="http://schemas.microsoft.com/office/powerpoint/2010/main" val="428728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79976-0FE2-CBE1-533B-3AFDDF0D073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E5ADE45-C45A-FE3E-D0F8-1A87D88361CC}"/>
              </a:ext>
            </a:extLst>
          </p:cNvPr>
          <p:cNvSpPr>
            <a:spLocks noGrp="1"/>
          </p:cNvSpPr>
          <p:nvPr>
            <p:ph type="sldNum" idx="12"/>
          </p:nvPr>
        </p:nvSpPr>
        <p:spPr/>
        <p:txBody>
          <a:bodyPr/>
          <a:lstStyle/>
          <a:p>
            <a:fld id="{00000000-1234-1234-1234-123412341234}" type="slidenum">
              <a:rPr lang="fr-FR" smtClean="0"/>
              <a:pPr/>
              <a:t>14</a:t>
            </a:fld>
            <a:endParaRPr lang="fr-FR"/>
          </a:p>
        </p:txBody>
      </p:sp>
      <p:sp>
        <p:nvSpPr>
          <p:cNvPr id="47" name="Rectangle 46">
            <a:extLst>
              <a:ext uri="{FF2B5EF4-FFF2-40B4-BE49-F238E27FC236}">
                <a16:creationId xmlns:a16="http://schemas.microsoft.com/office/drawing/2014/main" id="{972D0CB8-20F8-E545-BE80-83A193A2F114}"/>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5" name="ZoneTexte 4">
            <a:extLst>
              <a:ext uri="{FF2B5EF4-FFF2-40B4-BE49-F238E27FC236}">
                <a16:creationId xmlns:a16="http://schemas.microsoft.com/office/drawing/2014/main" id="{8F8EEA00-4F21-B93D-B2A1-17ED80D8AC18}"/>
              </a:ext>
            </a:extLst>
          </p:cNvPr>
          <p:cNvSpPr txBox="1"/>
          <p:nvPr/>
        </p:nvSpPr>
        <p:spPr>
          <a:xfrm>
            <a:off x="356380" y="863746"/>
            <a:ext cx="7836644" cy="400110"/>
          </a:xfrm>
          <a:prstGeom prst="rect">
            <a:avLst/>
          </a:prstGeom>
          <a:noFill/>
        </p:spPr>
        <p:txBody>
          <a:bodyPr wrap="square">
            <a:spAutoFit/>
          </a:bodyPr>
          <a:lstStyle/>
          <a:p>
            <a:r>
              <a:rPr kumimoji="0" lang="en-US" sz="2000" b="1" i="0" u="none" strike="noStrike" kern="1200" cap="none" spc="0" normalizeH="0" baseline="0" noProof="0" dirty="0" err="1">
                <a:ln>
                  <a:noFill/>
                </a:ln>
                <a:solidFill>
                  <a:srgbClr val="D15A3E">
                    <a:lumMod val="75000"/>
                  </a:srgbClr>
                </a:solidFill>
                <a:effectLst/>
                <a:uLnTx/>
                <a:uFillTx/>
                <a:latin typeface="Arial"/>
                <a:ea typeface="+mj-ea"/>
                <a:cs typeface="+mj-cs"/>
              </a:rPr>
              <a:t>Création</a:t>
            </a: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 </a:t>
            </a:r>
            <a:r>
              <a:rPr lang="en-US" sz="2000" b="1" kern="1200" dirty="0">
                <a:solidFill>
                  <a:srgbClr val="D15A3E">
                    <a:lumMod val="75000"/>
                  </a:srgbClr>
                </a:solidFill>
                <a:ea typeface="+mj-ea"/>
                <a:cs typeface="+mj-cs"/>
              </a:rPr>
              <a:t>d</a:t>
            </a: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es </a:t>
            </a:r>
            <a:r>
              <a:rPr kumimoji="0" lang="en-US" sz="2000" b="1" i="0" u="none" strike="noStrike" kern="1200" cap="none" spc="0" normalizeH="0" baseline="0" noProof="0" dirty="0" err="1">
                <a:ln>
                  <a:noFill/>
                </a:ln>
                <a:solidFill>
                  <a:srgbClr val="D15A3E">
                    <a:lumMod val="75000"/>
                  </a:srgbClr>
                </a:solidFill>
                <a:effectLst/>
                <a:uLnTx/>
                <a:uFillTx/>
                <a:latin typeface="Arial"/>
                <a:ea typeface="+mj-ea"/>
                <a:cs typeface="+mj-cs"/>
              </a:rPr>
              <a:t>bandes</a:t>
            </a: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 </a:t>
            </a:r>
            <a:endParaRPr lang="en-US" sz="1050" b="1" dirty="0">
              <a:solidFill>
                <a:schemeClr val="tx1"/>
              </a:solidFill>
            </a:endParaRPr>
          </a:p>
        </p:txBody>
      </p:sp>
      <p:pic>
        <p:nvPicPr>
          <p:cNvPr id="4" name="Image 3">
            <a:extLst>
              <a:ext uri="{FF2B5EF4-FFF2-40B4-BE49-F238E27FC236}">
                <a16:creationId xmlns:a16="http://schemas.microsoft.com/office/drawing/2014/main" id="{E45EB294-2575-B9B3-BCD8-B114D84491CD}"/>
              </a:ext>
            </a:extLst>
          </p:cNvPr>
          <p:cNvPicPr>
            <a:picLocks noChangeAspect="1"/>
          </p:cNvPicPr>
          <p:nvPr/>
        </p:nvPicPr>
        <p:blipFill>
          <a:blip r:embed="rId3"/>
          <a:stretch>
            <a:fillRect/>
          </a:stretch>
        </p:blipFill>
        <p:spPr>
          <a:xfrm>
            <a:off x="1709338" y="1374082"/>
            <a:ext cx="5725324" cy="4982270"/>
          </a:xfrm>
          <a:prstGeom prst="rect">
            <a:avLst/>
          </a:prstGeom>
        </p:spPr>
      </p:pic>
      <p:sp>
        <p:nvSpPr>
          <p:cNvPr id="11" name="Rectangle 10">
            <a:extLst>
              <a:ext uri="{FF2B5EF4-FFF2-40B4-BE49-F238E27FC236}">
                <a16:creationId xmlns:a16="http://schemas.microsoft.com/office/drawing/2014/main" id="{D0A5EAC9-4FB0-28CE-B583-7FA8BBA39113}"/>
              </a:ext>
            </a:extLst>
          </p:cNvPr>
          <p:cNvSpPr/>
          <p:nvPr/>
        </p:nvSpPr>
        <p:spPr>
          <a:xfrm>
            <a:off x="2249424" y="1742653"/>
            <a:ext cx="1002412" cy="20887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639415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CD3DB-B00F-0D02-DC65-03A9E24FB10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6F470AF-166F-B8A6-281E-4BDE96C7C659}"/>
              </a:ext>
            </a:extLst>
          </p:cNvPr>
          <p:cNvSpPr>
            <a:spLocks noGrp="1"/>
          </p:cNvSpPr>
          <p:nvPr>
            <p:ph type="sldNum" idx="12"/>
          </p:nvPr>
        </p:nvSpPr>
        <p:spPr/>
        <p:txBody>
          <a:bodyPr/>
          <a:lstStyle/>
          <a:p>
            <a:fld id="{00000000-1234-1234-1234-123412341234}" type="slidenum">
              <a:rPr lang="fr-FR" smtClean="0"/>
              <a:pPr/>
              <a:t>15</a:t>
            </a:fld>
            <a:endParaRPr lang="fr-FR"/>
          </a:p>
        </p:txBody>
      </p:sp>
      <p:sp>
        <p:nvSpPr>
          <p:cNvPr id="47" name="Rectangle 46">
            <a:extLst>
              <a:ext uri="{FF2B5EF4-FFF2-40B4-BE49-F238E27FC236}">
                <a16:creationId xmlns:a16="http://schemas.microsoft.com/office/drawing/2014/main" id="{27EFBB8D-18C2-A1EC-BFE2-05C33C2E50B5}"/>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pic>
        <p:nvPicPr>
          <p:cNvPr id="2" name="Image 1">
            <a:extLst>
              <a:ext uri="{FF2B5EF4-FFF2-40B4-BE49-F238E27FC236}">
                <a16:creationId xmlns:a16="http://schemas.microsoft.com/office/drawing/2014/main" id="{9042BC75-34F6-09C7-3600-96659BE3A67F}"/>
              </a:ext>
            </a:extLst>
          </p:cNvPr>
          <p:cNvPicPr>
            <a:picLocks noChangeAspect="1"/>
          </p:cNvPicPr>
          <p:nvPr/>
        </p:nvPicPr>
        <p:blipFill>
          <a:blip r:embed="rId3"/>
          <a:stretch>
            <a:fillRect/>
          </a:stretch>
        </p:blipFill>
        <p:spPr>
          <a:xfrm>
            <a:off x="151402" y="996695"/>
            <a:ext cx="6010098" cy="4526281"/>
          </a:xfrm>
          <a:prstGeom prst="rect">
            <a:avLst/>
          </a:prstGeom>
        </p:spPr>
      </p:pic>
      <p:pic>
        <p:nvPicPr>
          <p:cNvPr id="6" name="Image 5">
            <a:extLst>
              <a:ext uri="{FF2B5EF4-FFF2-40B4-BE49-F238E27FC236}">
                <a16:creationId xmlns:a16="http://schemas.microsoft.com/office/drawing/2014/main" id="{4FAAE3AA-9E89-B21B-AFCF-F6761E8B31CF}"/>
              </a:ext>
            </a:extLst>
          </p:cNvPr>
          <p:cNvPicPr>
            <a:picLocks noChangeAspect="1"/>
          </p:cNvPicPr>
          <p:nvPr/>
        </p:nvPicPr>
        <p:blipFill>
          <a:blip r:embed="rId4"/>
          <a:stretch>
            <a:fillRect/>
          </a:stretch>
        </p:blipFill>
        <p:spPr>
          <a:xfrm>
            <a:off x="6301626" y="1170575"/>
            <a:ext cx="819264" cy="676369"/>
          </a:xfrm>
          <a:prstGeom prst="rect">
            <a:avLst/>
          </a:prstGeom>
        </p:spPr>
      </p:pic>
      <p:sp>
        <p:nvSpPr>
          <p:cNvPr id="7" name="Rectangle 6">
            <a:extLst>
              <a:ext uri="{FF2B5EF4-FFF2-40B4-BE49-F238E27FC236}">
                <a16:creationId xmlns:a16="http://schemas.microsoft.com/office/drawing/2014/main" id="{02A73EA1-9A65-04F9-4A0C-A41812B02B7B}"/>
              </a:ext>
            </a:extLst>
          </p:cNvPr>
          <p:cNvSpPr/>
          <p:nvPr/>
        </p:nvSpPr>
        <p:spPr>
          <a:xfrm>
            <a:off x="5411516" y="1410345"/>
            <a:ext cx="641812" cy="19682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Titre 1">
            <a:extLst>
              <a:ext uri="{FF2B5EF4-FFF2-40B4-BE49-F238E27FC236}">
                <a16:creationId xmlns:a16="http://schemas.microsoft.com/office/drawing/2014/main" id="{F88826AA-8C85-B759-E557-4CDC6DA91F3A}"/>
              </a:ext>
            </a:extLst>
          </p:cNvPr>
          <p:cNvSpPr txBox="1">
            <a:spLocks/>
          </p:cNvSpPr>
          <p:nvPr/>
        </p:nvSpPr>
        <p:spPr>
          <a:xfrm>
            <a:off x="7120890" y="1243584"/>
            <a:ext cx="2274662" cy="102412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50" b="1" dirty="0">
                <a:solidFill>
                  <a:srgbClr val="131314"/>
                </a:solidFill>
                <a:latin typeface="Google Sans Text"/>
              </a:rPr>
              <a:t>Mode R (</a:t>
            </a:r>
            <a:r>
              <a:rPr lang="en-US" sz="1050" b="1" dirty="0" err="1">
                <a:solidFill>
                  <a:srgbClr val="131314"/>
                </a:solidFill>
                <a:latin typeface="Google Sans Text"/>
              </a:rPr>
              <a:t>Réflexion</a:t>
            </a:r>
            <a:r>
              <a:rPr lang="en-US" sz="1050" b="1" dirty="0">
                <a:solidFill>
                  <a:srgbClr val="131314"/>
                </a:solidFill>
                <a:latin typeface="Google Sans Text"/>
              </a:rPr>
              <a:t>)</a:t>
            </a:r>
          </a:p>
          <a:p>
            <a:r>
              <a:rPr lang="fr-FR" sz="1050" b="1" dirty="0">
                <a:solidFill>
                  <a:srgbClr val="131314"/>
                </a:solidFill>
                <a:latin typeface="Google Sans Text"/>
              </a:rPr>
              <a:t>Mode R+T (Réflexion + Thermique)</a:t>
            </a:r>
            <a:br>
              <a:rPr lang="en-US" sz="1050" b="1" dirty="0">
                <a:solidFill>
                  <a:srgbClr val="131314"/>
                </a:solidFill>
                <a:latin typeface="Google Sans Text"/>
              </a:rPr>
            </a:br>
            <a:r>
              <a:rPr lang="en-US" sz="1050" b="1" dirty="0">
                <a:solidFill>
                  <a:srgbClr val="131314"/>
                </a:solidFill>
                <a:latin typeface="Google Sans Text"/>
              </a:rPr>
              <a:t>Mode T (</a:t>
            </a:r>
            <a:r>
              <a:rPr lang="en-US" sz="1050" b="1" dirty="0" err="1">
                <a:solidFill>
                  <a:srgbClr val="131314"/>
                </a:solidFill>
                <a:latin typeface="Google Sans Text"/>
              </a:rPr>
              <a:t>Thermique</a:t>
            </a:r>
            <a:r>
              <a:rPr lang="en-US" sz="1050" b="1" dirty="0">
                <a:solidFill>
                  <a:srgbClr val="131314"/>
                </a:solidFill>
                <a:latin typeface="Google Sans Text"/>
              </a:rPr>
              <a:t>)</a:t>
            </a:r>
            <a:r>
              <a:rPr lang="en-US" sz="1050" dirty="0">
                <a:solidFill>
                  <a:srgbClr val="131314"/>
                </a:solidFill>
                <a:latin typeface="Google Sans Text"/>
              </a:rPr>
              <a:t> </a:t>
            </a:r>
            <a:br>
              <a:rPr lang="fr-FR" sz="1050" dirty="0">
                <a:solidFill>
                  <a:srgbClr val="131314"/>
                </a:solidFill>
                <a:latin typeface="Google Sans Text"/>
              </a:rPr>
            </a:br>
            <a:r>
              <a:rPr lang="en-US" sz="1050" dirty="0">
                <a:solidFill>
                  <a:srgbClr val="131314"/>
                </a:solidFill>
                <a:latin typeface="Google Sans Text"/>
              </a:rPr>
              <a:t> </a:t>
            </a:r>
            <a:endParaRPr lang="en-US" sz="1050" dirty="0"/>
          </a:p>
        </p:txBody>
      </p:sp>
    </p:spTree>
    <p:extLst>
      <p:ext uri="{BB962C8B-B14F-4D97-AF65-F5344CB8AC3E}">
        <p14:creationId xmlns:p14="http://schemas.microsoft.com/office/powerpoint/2010/main" val="1246186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55C11-8716-A4C0-AE07-0BE46AC0A0CF}"/>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7A3114F0-05EB-2A0B-2E1F-670341C702C4}"/>
              </a:ext>
            </a:extLst>
          </p:cNvPr>
          <p:cNvSpPr>
            <a:spLocks noGrp="1"/>
          </p:cNvSpPr>
          <p:nvPr>
            <p:ph type="sldNum" idx="12"/>
          </p:nvPr>
        </p:nvSpPr>
        <p:spPr/>
        <p:txBody>
          <a:bodyPr/>
          <a:lstStyle/>
          <a:p>
            <a:fld id="{00000000-1234-1234-1234-123412341234}" type="slidenum">
              <a:rPr lang="fr-FR" smtClean="0"/>
              <a:pPr/>
              <a:t>16</a:t>
            </a:fld>
            <a:endParaRPr lang="fr-FR"/>
          </a:p>
        </p:txBody>
      </p:sp>
      <p:sp>
        <p:nvSpPr>
          <p:cNvPr id="47" name="Rectangle 46">
            <a:extLst>
              <a:ext uri="{FF2B5EF4-FFF2-40B4-BE49-F238E27FC236}">
                <a16:creationId xmlns:a16="http://schemas.microsoft.com/office/drawing/2014/main" id="{F45223DF-84C3-21E1-2D5D-ACBF10117E74}"/>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4" name="ZoneTexte 3">
            <a:extLst>
              <a:ext uri="{FF2B5EF4-FFF2-40B4-BE49-F238E27FC236}">
                <a16:creationId xmlns:a16="http://schemas.microsoft.com/office/drawing/2014/main" id="{13A6FEC0-369E-B043-F52F-C602CA7765AF}"/>
              </a:ext>
            </a:extLst>
          </p:cNvPr>
          <p:cNvSpPr txBox="1"/>
          <p:nvPr/>
        </p:nvSpPr>
        <p:spPr>
          <a:xfrm>
            <a:off x="356380" y="863746"/>
            <a:ext cx="7836644" cy="400110"/>
          </a:xfrm>
          <a:prstGeom prst="rect">
            <a:avLst/>
          </a:prstGeom>
          <a:noFill/>
        </p:spPr>
        <p:txBody>
          <a:bodyPr wrap="square">
            <a:spAutoFit/>
          </a:bodyPr>
          <a:lstStyle/>
          <a:p>
            <a:r>
              <a:rPr kumimoji="0" lang="en-US" sz="2000" b="1" i="0" u="none" strike="noStrike" kern="1200" cap="none" spc="0" normalizeH="0" baseline="0" noProof="0" dirty="0" err="1">
                <a:ln>
                  <a:noFill/>
                </a:ln>
                <a:solidFill>
                  <a:srgbClr val="D15A3E">
                    <a:lumMod val="75000"/>
                  </a:srgbClr>
                </a:solidFill>
                <a:effectLst/>
                <a:uLnTx/>
                <a:uFillTx/>
                <a:latin typeface="Arial"/>
                <a:ea typeface="+mj-ea"/>
                <a:cs typeface="+mj-cs"/>
              </a:rPr>
              <a:t>Configurer</a:t>
            </a: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 </a:t>
            </a:r>
            <a:r>
              <a:rPr kumimoji="0" lang="en-US" sz="2000" b="1" i="0" u="none" strike="noStrike" kern="1200" cap="none" spc="0" normalizeH="0" baseline="0" noProof="0" dirty="0" err="1">
                <a:ln>
                  <a:noFill/>
                </a:ln>
                <a:solidFill>
                  <a:srgbClr val="D15A3E">
                    <a:lumMod val="75000"/>
                  </a:srgbClr>
                </a:solidFill>
                <a:effectLst/>
                <a:uLnTx/>
                <a:uFillTx/>
                <a:latin typeface="Arial"/>
                <a:ea typeface="+mj-ea"/>
                <a:cs typeface="+mj-cs"/>
              </a:rPr>
              <a:t>l’angle</a:t>
            </a: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 du soleil</a:t>
            </a:r>
            <a:endParaRPr lang="en-US" sz="800" b="1" dirty="0">
              <a:solidFill>
                <a:schemeClr val="tx1"/>
              </a:solidFill>
            </a:endParaRPr>
          </a:p>
        </p:txBody>
      </p:sp>
      <p:pic>
        <p:nvPicPr>
          <p:cNvPr id="5" name="Image 4">
            <a:extLst>
              <a:ext uri="{FF2B5EF4-FFF2-40B4-BE49-F238E27FC236}">
                <a16:creationId xmlns:a16="http://schemas.microsoft.com/office/drawing/2014/main" id="{8B27E61B-B959-530B-883A-B5C8731D7387}"/>
              </a:ext>
            </a:extLst>
          </p:cNvPr>
          <p:cNvPicPr>
            <a:picLocks noChangeAspect="1"/>
          </p:cNvPicPr>
          <p:nvPr/>
        </p:nvPicPr>
        <p:blipFill>
          <a:blip r:embed="rId3"/>
          <a:stretch>
            <a:fillRect/>
          </a:stretch>
        </p:blipFill>
        <p:spPr>
          <a:xfrm>
            <a:off x="1061547" y="1440402"/>
            <a:ext cx="7020905" cy="5001323"/>
          </a:xfrm>
          <a:prstGeom prst="rect">
            <a:avLst/>
          </a:prstGeom>
        </p:spPr>
      </p:pic>
      <p:sp>
        <p:nvSpPr>
          <p:cNvPr id="8" name="Rectangle 7">
            <a:extLst>
              <a:ext uri="{FF2B5EF4-FFF2-40B4-BE49-F238E27FC236}">
                <a16:creationId xmlns:a16="http://schemas.microsoft.com/office/drawing/2014/main" id="{04B4B8BF-0847-6929-3121-155E64BE8A2A}"/>
              </a:ext>
            </a:extLst>
          </p:cNvPr>
          <p:cNvSpPr/>
          <p:nvPr/>
        </p:nvSpPr>
        <p:spPr>
          <a:xfrm>
            <a:off x="7415784" y="2660903"/>
            <a:ext cx="384048" cy="164593"/>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37978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04FB2-74FB-5F5E-BB42-9D5757AF9D6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8F3520AC-A0ED-304B-CEAC-BEB74807F340}"/>
              </a:ext>
            </a:extLst>
          </p:cNvPr>
          <p:cNvSpPr>
            <a:spLocks noGrp="1"/>
          </p:cNvSpPr>
          <p:nvPr>
            <p:ph type="sldNum" idx="12"/>
          </p:nvPr>
        </p:nvSpPr>
        <p:spPr/>
        <p:txBody>
          <a:bodyPr/>
          <a:lstStyle/>
          <a:p>
            <a:fld id="{00000000-1234-1234-1234-123412341234}" type="slidenum">
              <a:rPr lang="fr-FR" smtClean="0"/>
              <a:pPr/>
              <a:t>17</a:t>
            </a:fld>
            <a:endParaRPr lang="fr-FR"/>
          </a:p>
        </p:txBody>
      </p:sp>
      <p:sp>
        <p:nvSpPr>
          <p:cNvPr id="47" name="Rectangle 46">
            <a:extLst>
              <a:ext uri="{FF2B5EF4-FFF2-40B4-BE49-F238E27FC236}">
                <a16:creationId xmlns:a16="http://schemas.microsoft.com/office/drawing/2014/main" id="{A480C57F-731C-4384-13F9-70ED02C365B6}"/>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4" name="ZoneTexte 3">
            <a:extLst>
              <a:ext uri="{FF2B5EF4-FFF2-40B4-BE49-F238E27FC236}">
                <a16:creationId xmlns:a16="http://schemas.microsoft.com/office/drawing/2014/main" id="{EF3C56BB-2971-B445-5DAA-A11EABFD6E9A}"/>
              </a:ext>
            </a:extLst>
          </p:cNvPr>
          <p:cNvSpPr txBox="1"/>
          <p:nvPr/>
        </p:nvSpPr>
        <p:spPr>
          <a:xfrm>
            <a:off x="356380" y="863746"/>
            <a:ext cx="7836644" cy="400110"/>
          </a:xfrm>
          <a:prstGeom prst="rect">
            <a:avLst/>
          </a:prstGeom>
          <a:noFill/>
        </p:spPr>
        <p:txBody>
          <a:bodyPr wrap="square">
            <a:spAutoFit/>
          </a:bodyPr>
          <a:lstStyle/>
          <a:p>
            <a:r>
              <a:rPr kumimoji="0" lang="en-US" sz="2000" b="1" i="0" u="none" strike="noStrike" kern="1200" cap="none" spc="0" normalizeH="0" baseline="0" noProof="0" dirty="0" err="1">
                <a:ln>
                  <a:noFill/>
                </a:ln>
                <a:solidFill>
                  <a:srgbClr val="D15A3E">
                    <a:lumMod val="75000"/>
                  </a:srgbClr>
                </a:solidFill>
                <a:effectLst/>
                <a:uLnTx/>
                <a:uFillTx/>
                <a:latin typeface="Arial"/>
                <a:ea typeface="+mj-ea"/>
                <a:cs typeface="+mj-cs"/>
              </a:rPr>
              <a:t>Configurer</a:t>
            </a: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 </a:t>
            </a:r>
            <a:r>
              <a:rPr kumimoji="0" lang="en-US" sz="2000" b="1" i="0" u="none" strike="noStrike" kern="1200" cap="none" spc="0" normalizeH="0" baseline="0" noProof="0" dirty="0" err="1">
                <a:ln>
                  <a:noFill/>
                </a:ln>
                <a:solidFill>
                  <a:srgbClr val="D15A3E">
                    <a:lumMod val="75000"/>
                  </a:srgbClr>
                </a:solidFill>
                <a:effectLst/>
                <a:uLnTx/>
                <a:uFillTx/>
                <a:latin typeface="Arial"/>
                <a:ea typeface="+mj-ea"/>
                <a:cs typeface="+mj-cs"/>
              </a:rPr>
              <a:t>l’angle</a:t>
            </a: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 du </a:t>
            </a:r>
            <a:r>
              <a:rPr kumimoji="0" lang="en-US" sz="2000" b="1" i="0" u="none" strike="noStrike" kern="1200" cap="none" spc="0" normalizeH="0" baseline="0" noProof="0" dirty="0" err="1">
                <a:ln>
                  <a:noFill/>
                </a:ln>
                <a:solidFill>
                  <a:srgbClr val="D15A3E">
                    <a:lumMod val="75000"/>
                  </a:srgbClr>
                </a:solidFill>
                <a:effectLst/>
                <a:uLnTx/>
                <a:uFillTx/>
                <a:latin typeface="Arial"/>
                <a:ea typeface="+mj-ea"/>
                <a:cs typeface="+mj-cs"/>
              </a:rPr>
              <a:t>capteur</a:t>
            </a:r>
            <a:endParaRPr lang="en-US" sz="400" b="1" dirty="0">
              <a:solidFill>
                <a:schemeClr val="tx1"/>
              </a:solidFill>
            </a:endParaRPr>
          </a:p>
        </p:txBody>
      </p:sp>
      <p:pic>
        <p:nvPicPr>
          <p:cNvPr id="2" name="Image 1">
            <a:extLst>
              <a:ext uri="{FF2B5EF4-FFF2-40B4-BE49-F238E27FC236}">
                <a16:creationId xmlns:a16="http://schemas.microsoft.com/office/drawing/2014/main" id="{0CC55531-0B8A-D069-5A53-4BDEB2C6577E}"/>
              </a:ext>
            </a:extLst>
          </p:cNvPr>
          <p:cNvPicPr>
            <a:picLocks noChangeAspect="1"/>
          </p:cNvPicPr>
          <p:nvPr/>
        </p:nvPicPr>
        <p:blipFill>
          <a:blip r:embed="rId3"/>
          <a:stretch>
            <a:fillRect/>
          </a:stretch>
        </p:blipFill>
        <p:spPr>
          <a:xfrm>
            <a:off x="1019072" y="1335976"/>
            <a:ext cx="6935168" cy="5020376"/>
          </a:xfrm>
          <a:prstGeom prst="rect">
            <a:avLst/>
          </a:prstGeom>
        </p:spPr>
      </p:pic>
      <p:sp>
        <p:nvSpPr>
          <p:cNvPr id="9" name="Rectangle 8">
            <a:extLst>
              <a:ext uri="{FF2B5EF4-FFF2-40B4-BE49-F238E27FC236}">
                <a16:creationId xmlns:a16="http://schemas.microsoft.com/office/drawing/2014/main" id="{E77F7562-BFC9-7D4B-894E-6F6990FDB9EB}"/>
              </a:ext>
            </a:extLst>
          </p:cNvPr>
          <p:cNvSpPr/>
          <p:nvPr/>
        </p:nvSpPr>
        <p:spPr>
          <a:xfrm>
            <a:off x="5568696" y="2798063"/>
            <a:ext cx="384048" cy="164593"/>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07792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BF469-3B8D-AF6D-4F22-81816AAB1BC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8BF96F5D-3685-606A-BCF1-C1DE270ECF51}"/>
              </a:ext>
            </a:extLst>
          </p:cNvPr>
          <p:cNvSpPr>
            <a:spLocks noGrp="1"/>
          </p:cNvSpPr>
          <p:nvPr>
            <p:ph type="sldNum" idx="12"/>
          </p:nvPr>
        </p:nvSpPr>
        <p:spPr/>
        <p:txBody>
          <a:bodyPr/>
          <a:lstStyle/>
          <a:p>
            <a:fld id="{00000000-1234-1234-1234-123412341234}" type="slidenum">
              <a:rPr lang="fr-FR" smtClean="0"/>
              <a:pPr/>
              <a:t>18</a:t>
            </a:fld>
            <a:endParaRPr lang="fr-FR"/>
          </a:p>
        </p:txBody>
      </p:sp>
      <p:sp>
        <p:nvSpPr>
          <p:cNvPr id="47" name="Rectangle 46">
            <a:extLst>
              <a:ext uri="{FF2B5EF4-FFF2-40B4-BE49-F238E27FC236}">
                <a16:creationId xmlns:a16="http://schemas.microsoft.com/office/drawing/2014/main" id="{B6FBD9D5-6372-2A26-3EAB-448E489A99B9}"/>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4" name="ZoneTexte 3">
            <a:extLst>
              <a:ext uri="{FF2B5EF4-FFF2-40B4-BE49-F238E27FC236}">
                <a16:creationId xmlns:a16="http://schemas.microsoft.com/office/drawing/2014/main" id="{CB8DAE62-65CB-1CC3-3DE4-00279A7518FE}"/>
              </a:ext>
            </a:extLst>
          </p:cNvPr>
          <p:cNvSpPr txBox="1"/>
          <p:nvPr/>
        </p:nvSpPr>
        <p:spPr>
          <a:xfrm>
            <a:off x="356380" y="863746"/>
            <a:ext cx="7836644" cy="400110"/>
          </a:xfrm>
          <a:prstGeom prst="rect">
            <a:avLst/>
          </a:prstGeom>
          <a:noFill/>
        </p:spPr>
        <p:txBody>
          <a:bodyPr wrap="square">
            <a:spAutoFit/>
          </a:bodyPr>
          <a:lstStyle/>
          <a:p>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Configurer les propriétés optiques des feuilles</a:t>
            </a:r>
            <a:endParaRPr lang="en-US" sz="400" b="1" dirty="0">
              <a:solidFill>
                <a:schemeClr val="tx1"/>
              </a:solidFill>
            </a:endParaRPr>
          </a:p>
        </p:txBody>
      </p:sp>
      <p:pic>
        <p:nvPicPr>
          <p:cNvPr id="5" name="Image 4">
            <a:extLst>
              <a:ext uri="{FF2B5EF4-FFF2-40B4-BE49-F238E27FC236}">
                <a16:creationId xmlns:a16="http://schemas.microsoft.com/office/drawing/2014/main" id="{7D80A834-126D-992B-E276-F547F4198546}"/>
              </a:ext>
            </a:extLst>
          </p:cNvPr>
          <p:cNvPicPr>
            <a:picLocks noChangeAspect="1"/>
          </p:cNvPicPr>
          <p:nvPr/>
        </p:nvPicPr>
        <p:blipFill>
          <a:blip r:embed="rId3"/>
          <a:stretch>
            <a:fillRect/>
          </a:stretch>
        </p:blipFill>
        <p:spPr>
          <a:xfrm>
            <a:off x="729208" y="1609661"/>
            <a:ext cx="7246672" cy="4929253"/>
          </a:xfrm>
          <a:prstGeom prst="rect">
            <a:avLst/>
          </a:prstGeom>
        </p:spPr>
      </p:pic>
      <p:sp>
        <p:nvSpPr>
          <p:cNvPr id="6" name="Rectangle 5">
            <a:extLst>
              <a:ext uri="{FF2B5EF4-FFF2-40B4-BE49-F238E27FC236}">
                <a16:creationId xmlns:a16="http://schemas.microsoft.com/office/drawing/2014/main" id="{3BF66AC6-DE7B-63EA-DEA3-6028D4C903ED}"/>
              </a:ext>
            </a:extLst>
          </p:cNvPr>
          <p:cNvSpPr/>
          <p:nvPr/>
        </p:nvSpPr>
        <p:spPr>
          <a:xfrm>
            <a:off x="1376127" y="2322576"/>
            <a:ext cx="269793" cy="13716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Rectangle 6">
            <a:extLst>
              <a:ext uri="{FF2B5EF4-FFF2-40B4-BE49-F238E27FC236}">
                <a16:creationId xmlns:a16="http://schemas.microsoft.com/office/drawing/2014/main" id="{96008B05-D6F6-C156-8B60-3040553C2362}"/>
              </a:ext>
            </a:extLst>
          </p:cNvPr>
          <p:cNvSpPr/>
          <p:nvPr/>
        </p:nvSpPr>
        <p:spPr>
          <a:xfrm>
            <a:off x="3063240" y="4074287"/>
            <a:ext cx="4912640" cy="2464627"/>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54908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1BC75-70BE-501C-906F-CC1A2A9FAD4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EEF7715-16C5-6EE8-A7A9-4EEF59E5FFE1}"/>
              </a:ext>
            </a:extLst>
          </p:cNvPr>
          <p:cNvSpPr>
            <a:spLocks noGrp="1"/>
          </p:cNvSpPr>
          <p:nvPr>
            <p:ph type="sldNum" idx="12"/>
          </p:nvPr>
        </p:nvSpPr>
        <p:spPr/>
        <p:txBody>
          <a:bodyPr/>
          <a:lstStyle/>
          <a:p>
            <a:fld id="{00000000-1234-1234-1234-123412341234}" type="slidenum">
              <a:rPr lang="fr-FR" smtClean="0"/>
              <a:pPr/>
              <a:t>19</a:t>
            </a:fld>
            <a:endParaRPr lang="fr-FR"/>
          </a:p>
        </p:txBody>
      </p:sp>
      <p:sp>
        <p:nvSpPr>
          <p:cNvPr id="47" name="Rectangle 46">
            <a:extLst>
              <a:ext uri="{FF2B5EF4-FFF2-40B4-BE49-F238E27FC236}">
                <a16:creationId xmlns:a16="http://schemas.microsoft.com/office/drawing/2014/main" id="{605E71F8-36BD-0E24-A814-25F99DE6B2AF}"/>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4" name="ZoneTexte 3">
            <a:extLst>
              <a:ext uri="{FF2B5EF4-FFF2-40B4-BE49-F238E27FC236}">
                <a16:creationId xmlns:a16="http://schemas.microsoft.com/office/drawing/2014/main" id="{B4C4D740-18D8-677D-FE45-080F5DC54687}"/>
              </a:ext>
            </a:extLst>
          </p:cNvPr>
          <p:cNvSpPr txBox="1"/>
          <p:nvPr/>
        </p:nvSpPr>
        <p:spPr>
          <a:xfrm>
            <a:off x="356380" y="863746"/>
            <a:ext cx="7836644" cy="400110"/>
          </a:xfrm>
          <a:prstGeom prst="rect">
            <a:avLst/>
          </a:prstGeom>
          <a:noFill/>
        </p:spPr>
        <p:txBody>
          <a:bodyPr wrap="square">
            <a:spAutoFit/>
          </a:bodyPr>
          <a:lstStyle/>
          <a:p>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Configurer les propriétés optiques du tronc de l’olivier</a:t>
            </a:r>
            <a:endParaRPr lang="en-US" sz="400" b="1" dirty="0">
              <a:solidFill>
                <a:schemeClr val="tx1"/>
              </a:solidFill>
            </a:endParaRPr>
          </a:p>
        </p:txBody>
      </p:sp>
      <p:pic>
        <p:nvPicPr>
          <p:cNvPr id="2" name="Image 1">
            <a:extLst>
              <a:ext uri="{FF2B5EF4-FFF2-40B4-BE49-F238E27FC236}">
                <a16:creationId xmlns:a16="http://schemas.microsoft.com/office/drawing/2014/main" id="{4F2829A9-3AA9-3029-3500-794F797896EF}"/>
              </a:ext>
            </a:extLst>
          </p:cNvPr>
          <p:cNvPicPr>
            <a:picLocks noChangeAspect="1"/>
          </p:cNvPicPr>
          <p:nvPr/>
        </p:nvPicPr>
        <p:blipFill>
          <a:blip r:embed="rId3"/>
          <a:stretch>
            <a:fillRect/>
          </a:stretch>
        </p:blipFill>
        <p:spPr>
          <a:xfrm>
            <a:off x="356380" y="1469345"/>
            <a:ext cx="8221222" cy="4887007"/>
          </a:xfrm>
          <a:prstGeom prst="rect">
            <a:avLst/>
          </a:prstGeom>
        </p:spPr>
      </p:pic>
      <p:sp>
        <p:nvSpPr>
          <p:cNvPr id="7" name="Rectangle 6">
            <a:extLst>
              <a:ext uri="{FF2B5EF4-FFF2-40B4-BE49-F238E27FC236}">
                <a16:creationId xmlns:a16="http://schemas.microsoft.com/office/drawing/2014/main" id="{E80BA2CF-8BF2-C9DF-1831-A698DF1817C1}"/>
              </a:ext>
            </a:extLst>
          </p:cNvPr>
          <p:cNvSpPr/>
          <p:nvPr/>
        </p:nvSpPr>
        <p:spPr>
          <a:xfrm>
            <a:off x="1065231" y="2514600"/>
            <a:ext cx="388665" cy="164591"/>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 name="Rectangle 4">
            <a:extLst>
              <a:ext uri="{FF2B5EF4-FFF2-40B4-BE49-F238E27FC236}">
                <a16:creationId xmlns:a16="http://schemas.microsoft.com/office/drawing/2014/main" id="{07475761-FB01-CA36-93C4-605FB09CC86A}"/>
              </a:ext>
            </a:extLst>
          </p:cNvPr>
          <p:cNvSpPr/>
          <p:nvPr/>
        </p:nvSpPr>
        <p:spPr>
          <a:xfrm>
            <a:off x="5469591" y="2886456"/>
            <a:ext cx="2147361" cy="21336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428450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24ED-103D-8174-3424-9F3EA453013E}"/>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AA6D591-DC17-5456-8809-C4305627B962}"/>
              </a:ext>
            </a:extLst>
          </p:cNvPr>
          <p:cNvSpPr>
            <a:spLocks noGrp="1"/>
          </p:cNvSpPr>
          <p:nvPr>
            <p:ph type="sldNum" idx="12"/>
          </p:nvPr>
        </p:nvSpPr>
        <p:spPr/>
        <p:txBody>
          <a:bodyPr/>
          <a:lstStyle/>
          <a:p>
            <a:fld id="{00000000-1234-1234-1234-123412341234}" type="slidenum">
              <a:rPr lang="fr-FR" smtClean="0"/>
              <a:pPr/>
              <a:t>20</a:t>
            </a:fld>
            <a:endParaRPr lang="fr-FR"/>
          </a:p>
        </p:txBody>
      </p:sp>
      <p:sp>
        <p:nvSpPr>
          <p:cNvPr id="47" name="Rectangle 46">
            <a:extLst>
              <a:ext uri="{FF2B5EF4-FFF2-40B4-BE49-F238E27FC236}">
                <a16:creationId xmlns:a16="http://schemas.microsoft.com/office/drawing/2014/main" id="{3FC1FF58-73E0-7A02-9562-E8F5E9D84F0F}"/>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4" name="ZoneTexte 3">
            <a:extLst>
              <a:ext uri="{FF2B5EF4-FFF2-40B4-BE49-F238E27FC236}">
                <a16:creationId xmlns:a16="http://schemas.microsoft.com/office/drawing/2014/main" id="{820EF6B6-7431-8087-EE55-9DF56816EB34}"/>
              </a:ext>
            </a:extLst>
          </p:cNvPr>
          <p:cNvSpPr txBox="1"/>
          <p:nvPr/>
        </p:nvSpPr>
        <p:spPr>
          <a:xfrm>
            <a:off x="356380" y="863746"/>
            <a:ext cx="7836644" cy="400110"/>
          </a:xfrm>
          <a:prstGeom prst="rect">
            <a:avLst/>
          </a:prstGeom>
          <a:noFill/>
        </p:spPr>
        <p:txBody>
          <a:bodyPr wrap="square">
            <a:spAutoFit/>
          </a:bodyPr>
          <a:lstStyle/>
          <a:p>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Configurer les propriétés optiques du sol</a:t>
            </a:r>
            <a:endParaRPr lang="en-US" sz="400" b="1" dirty="0">
              <a:solidFill>
                <a:schemeClr val="tx1"/>
              </a:solidFill>
            </a:endParaRPr>
          </a:p>
        </p:txBody>
      </p:sp>
      <p:pic>
        <p:nvPicPr>
          <p:cNvPr id="12" name="Image 11">
            <a:extLst>
              <a:ext uri="{FF2B5EF4-FFF2-40B4-BE49-F238E27FC236}">
                <a16:creationId xmlns:a16="http://schemas.microsoft.com/office/drawing/2014/main" id="{F6C32325-C78B-B644-456A-D184B9304CBC}"/>
              </a:ext>
            </a:extLst>
          </p:cNvPr>
          <p:cNvPicPr>
            <a:picLocks noChangeAspect="1"/>
          </p:cNvPicPr>
          <p:nvPr/>
        </p:nvPicPr>
        <p:blipFill>
          <a:blip r:embed="rId3"/>
          <a:stretch>
            <a:fillRect/>
          </a:stretch>
        </p:blipFill>
        <p:spPr>
          <a:xfrm>
            <a:off x="356380" y="1500329"/>
            <a:ext cx="7955504" cy="4895695"/>
          </a:xfrm>
          <a:prstGeom prst="rect">
            <a:avLst/>
          </a:prstGeom>
        </p:spPr>
      </p:pic>
      <p:sp>
        <p:nvSpPr>
          <p:cNvPr id="13" name="Rectangle 12">
            <a:extLst>
              <a:ext uri="{FF2B5EF4-FFF2-40B4-BE49-F238E27FC236}">
                <a16:creationId xmlns:a16="http://schemas.microsoft.com/office/drawing/2014/main" id="{FEF73329-317E-122B-51E5-159A1AEDBC54}"/>
              </a:ext>
            </a:extLst>
          </p:cNvPr>
          <p:cNvSpPr/>
          <p:nvPr/>
        </p:nvSpPr>
        <p:spPr>
          <a:xfrm>
            <a:off x="5210459" y="2905998"/>
            <a:ext cx="2798300" cy="152352"/>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a:extLst>
              <a:ext uri="{FF2B5EF4-FFF2-40B4-BE49-F238E27FC236}">
                <a16:creationId xmlns:a16="http://schemas.microsoft.com/office/drawing/2014/main" id="{4E595B99-2A39-154E-7D3B-13441F52FBB2}"/>
              </a:ext>
            </a:extLst>
          </p:cNvPr>
          <p:cNvSpPr/>
          <p:nvPr/>
        </p:nvSpPr>
        <p:spPr>
          <a:xfrm>
            <a:off x="1036844" y="3360420"/>
            <a:ext cx="269793" cy="13716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6" name="Image 15">
            <a:extLst>
              <a:ext uri="{FF2B5EF4-FFF2-40B4-BE49-F238E27FC236}">
                <a16:creationId xmlns:a16="http://schemas.microsoft.com/office/drawing/2014/main" id="{B703BAB7-44B7-CCE4-6C44-52F9588A98D2}"/>
              </a:ext>
            </a:extLst>
          </p:cNvPr>
          <p:cNvPicPr>
            <a:picLocks noChangeAspect="1"/>
          </p:cNvPicPr>
          <p:nvPr/>
        </p:nvPicPr>
        <p:blipFill>
          <a:blip r:embed="rId4"/>
          <a:stretch>
            <a:fillRect/>
          </a:stretch>
        </p:blipFill>
        <p:spPr>
          <a:xfrm>
            <a:off x="5967286" y="3749801"/>
            <a:ext cx="3038727" cy="1607870"/>
          </a:xfrm>
          <a:prstGeom prst="rect">
            <a:avLst/>
          </a:prstGeom>
        </p:spPr>
      </p:pic>
    </p:spTree>
    <p:extLst>
      <p:ext uri="{BB962C8B-B14F-4D97-AF65-F5344CB8AC3E}">
        <p14:creationId xmlns:p14="http://schemas.microsoft.com/office/powerpoint/2010/main" val="3077167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9DCA5-122F-DC03-B357-B6289A10985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6E505F6-886C-E235-1472-005E658D0595}"/>
              </a:ext>
            </a:extLst>
          </p:cNvPr>
          <p:cNvSpPr>
            <a:spLocks noGrp="1"/>
          </p:cNvSpPr>
          <p:nvPr>
            <p:ph type="sldNum" idx="12"/>
          </p:nvPr>
        </p:nvSpPr>
        <p:spPr/>
        <p:txBody>
          <a:bodyPr/>
          <a:lstStyle/>
          <a:p>
            <a:fld id="{00000000-1234-1234-1234-123412341234}" type="slidenum">
              <a:rPr lang="fr-FR" smtClean="0"/>
              <a:pPr/>
              <a:t>21</a:t>
            </a:fld>
            <a:endParaRPr lang="fr-FR"/>
          </a:p>
        </p:txBody>
      </p:sp>
      <p:sp>
        <p:nvSpPr>
          <p:cNvPr id="47" name="Rectangle 46">
            <a:extLst>
              <a:ext uri="{FF2B5EF4-FFF2-40B4-BE49-F238E27FC236}">
                <a16:creationId xmlns:a16="http://schemas.microsoft.com/office/drawing/2014/main" id="{8DE6058B-91C7-A80E-0AEA-F1B5AB1EA8DA}"/>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4" name="ZoneTexte 3">
            <a:extLst>
              <a:ext uri="{FF2B5EF4-FFF2-40B4-BE49-F238E27FC236}">
                <a16:creationId xmlns:a16="http://schemas.microsoft.com/office/drawing/2014/main" id="{0F238FEB-DEE5-2EBF-FE6F-13E7DF243315}"/>
              </a:ext>
            </a:extLst>
          </p:cNvPr>
          <p:cNvSpPr txBox="1"/>
          <p:nvPr/>
        </p:nvSpPr>
        <p:spPr>
          <a:xfrm>
            <a:off x="356380" y="863746"/>
            <a:ext cx="7836644" cy="400110"/>
          </a:xfrm>
          <a:prstGeom prst="rect">
            <a:avLst/>
          </a:prstGeom>
          <a:noFill/>
        </p:spPr>
        <p:txBody>
          <a:bodyPr wrap="square">
            <a:spAutoFit/>
          </a:bodyPr>
          <a:lstStyle/>
          <a:p>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Configurer les propriétés optiques du sol</a:t>
            </a:r>
            <a:endParaRPr lang="en-US" sz="400" b="1" dirty="0">
              <a:solidFill>
                <a:schemeClr val="tx1"/>
              </a:solidFill>
            </a:endParaRPr>
          </a:p>
        </p:txBody>
      </p:sp>
      <p:pic>
        <p:nvPicPr>
          <p:cNvPr id="6" name="Image 5">
            <a:extLst>
              <a:ext uri="{FF2B5EF4-FFF2-40B4-BE49-F238E27FC236}">
                <a16:creationId xmlns:a16="http://schemas.microsoft.com/office/drawing/2014/main" id="{5D875B43-8B79-B254-BB49-30B03E7602DE}"/>
              </a:ext>
            </a:extLst>
          </p:cNvPr>
          <p:cNvPicPr>
            <a:picLocks noChangeAspect="1"/>
          </p:cNvPicPr>
          <p:nvPr/>
        </p:nvPicPr>
        <p:blipFill>
          <a:blip r:embed="rId3"/>
          <a:stretch>
            <a:fillRect/>
          </a:stretch>
        </p:blipFill>
        <p:spPr>
          <a:xfrm>
            <a:off x="321933" y="1636032"/>
            <a:ext cx="8500133" cy="3292584"/>
          </a:xfrm>
          <a:prstGeom prst="rect">
            <a:avLst/>
          </a:prstGeom>
        </p:spPr>
      </p:pic>
      <p:pic>
        <p:nvPicPr>
          <p:cNvPr id="13" name="Image 12">
            <a:extLst>
              <a:ext uri="{FF2B5EF4-FFF2-40B4-BE49-F238E27FC236}">
                <a16:creationId xmlns:a16="http://schemas.microsoft.com/office/drawing/2014/main" id="{62C11EBE-1289-925E-3603-1681E868E406}"/>
              </a:ext>
            </a:extLst>
          </p:cNvPr>
          <p:cNvPicPr>
            <a:picLocks noChangeAspect="1"/>
          </p:cNvPicPr>
          <p:nvPr/>
        </p:nvPicPr>
        <p:blipFill>
          <a:blip r:embed="rId4"/>
          <a:stretch>
            <a:fillRect/>
          </a:stretch>
        </p:blipFill>
        <p:spPr>
          <a:xfrm>
            <a:off x="3611881" y="4078491"/>
            <a:ext cx="4665684" cy="2286954"/>
          </a:xfrm>
          <a:prstGeom prst="rect">
            <a:avLst/>
          </a:prstGeom>
        </p:spPr>
      </p:pic>
      <p:sp>
        <p:nvSpPr>
          <p:cNvPr id="14" name="Rectangle 13">
            <a:extLst>
              <a:ext uri="{FF2B5EF4-FFF2-40B4-BE49-F238E27FC236}">
                <a16:creationId xmlns:a16="http://schemas.microsoft.com/office/drawing/2014/main" id="{7F29300E-17D1-9A96-81D2-C6BD311BAFD7}"/>
              </a:ext>
            </a:extLst>
          </p:cNvPr>
          <p:cNvSpPr/>
          <p:nvPr/>
        </p:nvSpPr>
        <p:spPr>
          <a:xfrm>
            <a:off x="4436319" y="3035808"/>
            <a:ext cx="4305345" cy="15544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93996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F9AB8-593B-9734-9B44-AF5EA3D48B05}"/>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4467ECB-DDAD-D03D-94EC-D6BB975587DB}"/>
              </a:ext>
            </a:extLst>
          </p:cNvPr>
          <p:cNvSpPr>
            <a:spLocks noGrp="1"/>
          </p:cNvSpPr>
          <p:nvPr>
            <p:ph type="sldNum" idx="12"/>
          </p:nvPr>
        </p:nvSpPr>
        <p:spPr/>
        <p:txBody>
          <a:bodyPr/>
          <a:lstStyle/>
          <a:p>
            <a:fld id="{00000000-1234-1234-1234-123412341234}" type="slidenum">
              <a:rPr lang="fr-FR" smtClean="0"/>
              <a:pPr/>
              <a:t>22</a:t>
            </a:fld>
            <a:endParaRPr lang="fr-FR"/>
          </a:p>
        </p:txBody>
      </p:sp>
      <p:sp>
        <p:nvSpPr>
          <p:cNvPr id="47" name="Rectangle 46">
            <a:extLst>
              <a:ext uri="{FF2B5EF4-FFF2-40B4-BE49-F238E27FC236}">
                <a16:creationId xmlns:a16="http://schemas.microsoft.com/office/drawing/2014/main" id="{E29CC03E-7A82-65DA-914A-78E476F79589}"/>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4" name="ZoneTexte 3">
            <a:extLst>
              <a:ext uri="{FF2B5EF4-FFF2-40B4-BE49-F238E27FC236}">
                <a16:creationId xmlns:a16="http://schemas.microsoft.com/office/drawing/2014/main" id="{1FAA0515-C1F8-1E8B-8E94-170364870C23}"/>
              </a:ext>
            </a:extLst>
          </p:cNvPr>
          <p:cNvSpPr txBox="1"/>
          <p:nvPr/>
        </p:nvSpPr>
        <p:spPr>
          <a:xfrm>
            <a:off x="356379" y="863746"/>
            <a:ext cx="8522071" cy="707886"/>
          </a:xfrm>
          <a:prstGeom prst="rect">
            <a:avLst/>
          </a:prstGeom>
          <a:noFill/>
        </p:spPr>
        <p:txBody>
          <a:bodyPr wrap="square">
            <a:spAutoFit/>
          </a:bodyPr>
          <a:lstStyle/>
          <a:p>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Configurer les propriétés optiques de </a:t>
            </a:r>
            <a:r>
              <a:rPr kumimoji="0" lang="fr-FR" sz="2000" b="1" i="0" u="none" strike="noStrike" kern="1200" cap="none" spc="0" normalizeH="0" baseline="0" noProof="0">
                <a:ln>
                  <a:noFill/>
                </a:ln>
                <a:solidFill>
                  <a:srgbClr val="D15A3E">
                    <a:lumMod val="75000"/>
                  </a:srgbClr>
                </a:solidFill>
                <a:effectLst/>
                <a:uLnTx/>
                <a:uFillTx/>
                <a:latin typeface="Arial"/>
                <a:ea typeface="+mj-ea"/>
                <a:cs typeface="+mj-cs"/>
              </a:rPr>
              <a:t>la température </a:t>
            </a: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des feuilles et du tronc</a:t>
            </a:r>
            <a:endParaRPr lang="en-US" sz="400" b="1" dirty="0">
              <a:solidFill>
                <a:schemeClr val="tx1"/>
              </a:solidFill>
            </a:endParaRPr>
          </a:p>
        </p:txBody>
      </p:sp>
      <p:pic>
        <p:nvPicPr>
          <p:cNvPr id="2" name="Image 1">
            <a:extLst>
              <a:ext uri="{FF2B5EF4-FFF2-40B4-BE49-F238E27FC236}">
                <a16:creationId xmlns:a16="http://schemas.microsoft.com/office/drawing/2014/main" id="{1B6115E1-2C47-B149-56EF-D3778CB11158}"/>
              </a:ext>
            </a:extLst>
          </p:cNvPr>
          <p:cNvPicPr>
            <a:picLocks noChangeAspect="1"/>
          </p:cNvPicPr>
          <p:nvPr/>
        </p:nvPicPr>
        <p:blipFill>
          <a:blip r:embed="rId3"/>
          <a:stretch>
            <a:fillRect/>
          </a:stretch>
        </p:blipFill>
        <p:spPr>
          <a:xfrm>
            <a:off x="265549" y="1613802"/>
            <a:ext cx="8249801" cy="4925112"/>
          </a:xfrm>
          <a:prstGeom prst="rect">
            <a:avLst/>
          </a:prstGeom>
        </p:spPr>
      </p:pic>
      <p:sp>
        <p:nvSpPr>
          <p:cNvPr id="7" name="Rectangle 6">
            <a:extLst>
              <a:ext uri="{FF2B5EF4-FFF2-40B4-BE49-F238E27FC236}">
                <a16:creationId xmlns:a16="http://schemas.microsoft.com/office/drawing/2014/main" id="{443E2E64-BDE1-3293-0F1E-51F838FEE146}"/>
              </a:ext>
            </a:extLst>
          </p:cNvPr>
          <p:cNvSpPr/>
          <p:nvPr/>
        </p:nvSpPr>
        <p:spPr>
          <a:xfrm>
            <a:off x="772623" y="3497579"/>
            <a:ext cx="1193337" cy="196595"/>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77362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DB768-41EE-C8F4-D843-AF9DD6366346}"/>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ADFCD9F-CF5D-EA5D-DF3D-6A88FF5BFD93}"/>
              </a:ext>
            </a:extLst>
          </p:cNvPr>
          <p:cNvSpPr>
            <a:spLocks noGrp="1"/>
          </p:cNvSpPr>
          <p:nvPr>
            <p:ph type="sldNum" idx="12"/>
          </p:nvPr>
        </p:nvSpPr>
        <p:spPr/>
        <p:txBody>
          <a:bodyPr/>
          <a:lstStyle/>
          <a:p>
            <a:fld id="{00000000-1234-1234-1234-123412341234}" type="slidenum">
              <a:rPr lang="fr-FR" smtClean="0"/>
              <a:pPr/>
              <a:t>23</a:t>
            </a:fld>
            <a:endParaRPr lang="fr-FR"/>
          </a:p>
        </p:txBody>
      </p:sp>
      <p:sp>
        <p:nvSpPr>
          <p:cNvPr id="47" name="Rectangle 46">
            <a:extLst>
              <a:ext uri="{FF2B5EF4-FFF2-40B4-BE49-F238E27FC236}">
                <a16:creationId xmlns:a16="http://schemas.microsoft.com/office/drawing/2014/main" id="{4161787C-D322-174E-33B8-235406D4EFB8}"/>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4" name="ZoneTexte 3">
            <a:extLst>
              <a:ext uri="{FF2B5EF4-FFF2-40B4-BE49-F238E27FC236}">
                <a16:creationId xmlns:a16="http://schemas.microsoft.com/office/drawing/2014/main" id="{E4E6A235-21A6-784E-891D-EC625389557A}"/>
              </a:ext>
            </a:extLst>
          </p:cNvPr>
          <p:cNvSpPr txBox="1"/>
          <p:nvPr/>
        </p:nvSpPr>
        <p:spPr>
          <a:xfrm>
            <a:off x="356380" y="863746"/>
            <a:ext cx="7836644" cy="400110"/>
          </a:xfrm>
          <a:prstGeom prst="rect">
            <a:avLst/>
          </a:prstGeom>
          <a:noFill/>
        </p:spPr>
        <p:txBody>
          <a:bodyPr wrap="square">
            <a:spAutoFit/>
          </a:bodyPr>
          <a:lstStyle/>
          <a:p>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Configurer les propriétés optiques de la </a:t>
            </a:r>
            <a:r>
              <a:rPr kumimoji="0" lang="fr-FR" sz="2000" b="1" i="0" u="none" strike="noStrike" kern="1200" cap="none" spc="0" normalizeH="0" baseline="0" noProof="0" dirty="0" err="1">
                <a:ln>
                  <a:noFill/>
                </a:ln>
                <a:solidFill>
                  <a:srgbClr val="D15A3E">
                    <a:lumMod val="75000"/>
                  </a:srgbClr>
                </a:solidFill>
                <a:effectLst/>
                <a:uLnTx/>
                <a:uFillTx/>
                <a:latin typeface="Arial"/>
                <a:ea typeface="+mj-ea"/>
                <a:cs typeface="+mj-cs"/>
              </a:rPr>
              <a:t>temperature</a:t>
            </a: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 du sol</a:t>
            </a:r>
            <a:endParaRPr lang="en-US" sz="400" b="1" dirty="0">
              <a:solidFill>
                <a:schemeClr val="tx1"/>
              </a:solidFill>
            </a:endParaRPr>
          </a:p>
        </p:txBody>
      </p:sp>
      <p:pic>
        <p:nvPicPr>
          <p:cNvPr id="5" name="Image 4">
            <a:extLst>
              <a:ext uri="{FF2B5EF4-FFF2-40B4-BE49-F238E27FC236}">
                <a16:creationId xmlns:a16="http://schemas.microsoft.com/office/drawing/2014/main" id="{F069C9A3-4211-5FE1-F7CA-5DDFB535F2F4}"/>
              </a:ext>
            </a:extLst>
          </p:cNvPr>
          <p:cNvPicPr>
            <a:picLocks noChangeAspect="1"/>
          </p:cNvPicPr>
          <p:nvPr/>
        </p:nvPicPr>
        <p:blipFill>
          <a:blip r:embed="rId3"/>
          <a:stretch>
            <a:fillRect/>
          </a:stretch>
        </p:blipFill>
        <p:spPr>
          <a:xfrm>
            <a:off x="539930" y="1263856"/>
            <a:ext cx="7425598" cy="5176458"/>
          </a:xfrm>
          <a:prstGeom prst="rect">
            <a:avLst/>
          </a:prstGeom>
        </p:spPr>
      </p:pic>
      <p:sp>
        <p:nvSpPr>
          <p:cNvPr id="6" name="Rectangle 5">
            <a:extLst>
              <a:ext uri="{FF2B5EF4-FFF2-40B4-BE49-F238E27FC236}">
                <a16:creationId xmlns:a16="http://schemas.microsoft.com/office/drawing/2014/main" id="{D7830873-F77C-6EDB-DABB-D881B1A25491}"/>
              </a:ext>
            </a:extLst>
          </p:cNvPr>
          <p:cNvSpPr/>
          <p:nvPr/>
        </p:nvSpPr>
        <p:spPr>
          <a:xfrm>
            <a:off x="1083519" y="2212848"/>
            <a:ext cx="553257" cy="155447"/>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77922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DE018-F26B-0577-B223-6680DAD2ABF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7602B8CD-FE63-F621-E613-01486ABC805D}"/>
              </a:ext>
            </a:extLst>
          </p:cNvPr>
          <p:cNvSpPr>
            <a:spLocks noGrp="1"/>
          </p:cNvSpPr>
          <p:nvPr>
            <p:ph type="sldNum" idx="12"/>
          </p:nvPr>
        </p:nvSpPr>
        <p:spPr/>
        <p:txBody>
          <a:bodyPr/>
          <a:lstStyle/>
          <a:p>
            <a:fld id="{00000000-1234-1234-1234-123412341234}" type="slidenum">
              <a:rPr lang="fr-FR" smtClean="0"/>
              <a:pPr/>
              <a:t>24</a:t>
            </a:fld>
            <a:endParaRPr lang="fr-FR"/>
          </a:p>
        </p:txBody>
      </p:sp>
      <p:sp>
        <p:nvSpPr>
          <p:cNvPr id="47" name="Rectangle 46">
            <a:extLst>
              <a:ext uri="{FF2B5EF4-FFF2-40B4-BE49-F238E27FC236}">
                <a16:creationId xmlns:a16="http://schemas.microsoft.com/office/drawing/2014/main" id="{64FE0466-8E4E-5C2D-8440-BBBEB40A0407}"/>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4" name="ZoneTexte 3">
            <a:extLst>
              <a:ext uri="{FF2B5EF4-FFF2-40B4-BE49-F238E27FC236}">
                <a16:creationId xmlns:a16="http://schemas.microsoft.com/office/drawing/2014/main" id="{060A3A2D-12ED-8B9F-70F8-A37575E0E267}"/>
              </a:ext>
            </a:extLst>
          </p:cNvPr>
          <p:cNvSpPr txBox="1"/>
          <p:nvPr/>
        </p:nvSpPr>
        <p:spPr>
          <a:xfrm>
            <a:off x="548830" y="950344"/>
            <a:ext cx="7836644" cy="400110"/>
          </a:xfrm>
          <a:prstGeom prst="rect">
            <a:avLst/>
          </a:prstGeom>
          <a:noFill/>
        </p:spPr>
        <p:txBody>
          <a:bodyPr wrap="square">
            <a:spAutoFit/>
          </a:bodyPr>
          <a:lstStyle/>
          <a:p>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Configurer </a:t>
            </a:r>
            <a:r>
              <a:rPr kumimoji="0" lang="fr-FR" sz="2000" b="1" i="0" u="none" strike="noStrike" kern="1200" cap="none" spc="0" normalizeH="0" baseline="0" noProof="0" dirty="0" err="1">
                <a:ln>
                  <a:noFill/>
                </a:ln>
                <a:solidFill>
                  <a:srgbClr val="D15A3E">
                    <a:lumMod val="75000"/>
                  </a:srgbClr>
                </a:solidFill>
                <a:effectLst/>
                <a:uLnTx/>
                <a:uFillTx/>
                <a:latin typeface="Arial"/>
                <a:ea typeface="+mj-ea"/>
                <a:cs typeface="+mj-cs"/>
              </a:rPr>
              <a:t>Earth</a:t>
            </a: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 </a:t>
            </a:r>
            <a:r>
              <a:rPr kumimoji="0" lang="fr-FR" sz="2000" b="1" i="0" u="none" strike="noStrike" kern="1200" cap="none" spc="0" normalizeH="0" baseline="0" noProof="0" dirty="0" err="1">
                <a:ln>
                  <a:noFill/>
                </a:ln>
                <a:solidFill>
                  <a:srgbClr val="D15A3E">
                    <a:lumMod val="75000"/>
                  </a:srgbClr>
                </a:solidFill>
                <a:effectLst/>
                <a:uLnTx/>
                <a:uFillTx/>
                <a:latin typeface="Arial"/>
                <a:ea typeface="+mj-ea"/>
                <a:cs typeface="+mj-cs"/>
              </a:rPr>
              <a:t>scene</a:t>
            </a:r>
            <a:endParaRPr lang="en-US" sz="400" b="1" dirty="0">
              <a:solidFill>
                <a:schemeClr val="tx1"/>
              </a:solidFill>
            </a:endParaRPr>
          </a:p>
        </p:txBody>
      </p:sp>
      <p:pic>
        <p:nvPicPr>
          <p:cNvPr id="2" name="Image 1">
            <a:extLst>
              <a:ext uri="{FF2B5EF4-FFF2-40B4-BE49-F238E27FC236}">
                <a16:creationId xmlns:a16="http://schemas.microsoft.com/office/drawing/2014/main" id="{07F6DA3F-CC83-D51F-CD44-B14EE77B51BD}"/>
              </a:ext>
            </a:extLst>
          </p:cNvPr>
          <p:cNvPicPr>
            <a:picLocks noChangeAspect="1"/>
          </p:cNvPicPr>
          <p:nvPr/>
        </p:nvPicPr>
        <p:blipFill>
          <a:blip r:embed="rId3"/>
          <a:stretch>
            <a:fillRect/>
          </a:stretch>
        </p:blipFill>
        <p:spPr>
          <a:xfrm>
            <a:off x="548830" y="1664231"/>
            <a:ext cx="8192643" cy="4210638"/>
          </a:xfrm>
          <a:prstGeom prst="rect">
            <a:avLst/>
          </a:prstGeom>
        </p:spPr>
      </p:pic>
      <p:sp>
        <p:nvSpPr>
          <p:cNvPr id="7" name="Rectangle 6">
            <a:extLst>
              <a:ext uri="{FF2B5EF4-FFF2-40B4-BE49-F238E27FC236}">
                <a16:creationId xmlns:a16="http://schemas.microsoft.com/office/drawing/2014/main" id="{C49AFA6D-E5DB-9CD2-A40D-3CBA3AF2F008}"/>
              </a:ext>
            </a:extLst>
          </p:cNvPr>
          <p:cNvSpPr/>
          <p:nvPr/>
        </p:nvSpPr>
        <p:spPr>
          <a:xfrm>
            <a:off x="4572000" y="4151376"/>
            <a:ext cx="1563624" cy="72237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9628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B5B84-5516-FEFA-A85D-7DA557C1198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5526A1C-A041-2F86-9EAE-4425A08A15A9}"/>
              </a:ext>
            </a:extLst>
          </p:cNvPr>
          <p:cNvSpPr>
            <a:spLocks noGrp="1"/>
          </p:cNvSpPr>
          <p:nvPr>
            <p:ph type="sldNum" idx="12"/>
          </p:nvPr>
        </p:nvSpPr>
        <p:spPr/>
        <p:txBody>
          <a:bodyPr/>
          <a:lstStyle/>
          <a:p>
            <a:fld id="{00000000-1234-1234-1234-123412341234}" type="slidenum">
              <a:rPr lang="fr-FR" smtClean="0"/>
              <a:pPr/>
              <a:t>25</a:t>
            </a:fld>
            <a:endParaRPr lang="fr-FR"/>
          </a:p>
        </p:txBody>
      </p:sp>
      <p:sp>
        <p:nvSpPr>
          <p:cNvPr id="47" name="Rectangle 46">
            <a:extLst>
              <a:ext uri="{FF2B5EF4-FFF2-40B4-BE49-F238E27FC236}">
                <a16:creationId xmlns:a16="http://schemas.microsoft.com/office/drawing/2014/main" id="{14D8F85A-0C6D-B91C-E177-385565BF26C9}"/>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11" name="Title 1">
            <a:extLst>
              <a:ext uri="{FF2B5EF4-FFF2-40B4-BE49-F238E27FC236}">
                <a16:creationId xmlns:a16="http://schemas.microsoft.com/office/drawing/2014/main" id="{4B094770-D524-13B2-D94C-75554EE6BC6A}"/>
              </a:ext>
            </a:extLst>
          </p:cNvPr>
          <p:cNvSpPr txBox="1">
            <a:spLocks/>
          </p:cNvSpPr>
          <p:nvPr/>
        </p:nvSpPr>
        <p:spPr>
          <a:xfrm>
            <a:off x="265549" y="624025"/>
            <a:ext cx="9848850" cy="46518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dirty="0" err="1">
                <a:ln>
                  <a:noFill/>
                </a:ln>
                <a:solidFill>
                  <a:srgbClr val="D15A3E">
                    <a:lumMod val="75000"/>
                  </a:srgbClr>
                </a:solidFill>
                <a:effectLst/>
                <a:uLnTx/>
                <a:uFillTx/>
                <a:latin typeface="Arial"/>
                <a:ea typeface="+mj-ea"/>
                <a:cs typeface="+mj-cs"/>
              </a:rPr>
              <a:t>Création</a:t>
            </a: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 punctual Object et importation 3D object </a:t>
            </a:r>
          </a:p>
        </p:txBody>
      </p:sp>
      <p:pic>
        <p:nvPicPr>
          <p:cNvPr id="5" name="Image 4">
            <a:extLst>
              <a:ext uri="{FF2B5EF4-FFF2-40B4-BE49-F238E27FC236}">
                <a16:creationId xmlns:a16="http://schemas.microsoft.com/office/drawing/2014/main" id="{D995BDFE-7557-527E-206E-4962F1D764DC}"/>
              </a:ext>
            </a:extLst>
          </p:cNvPr>
          <p:cNvPicPr>
            <a:picLocks noChangeAspect="1"/>
          </p:cNvPicPr>
          <p:nvPr/>
        </p:nvPicPr>
        <p:blipFill>
          <a:blip r:embed="rId3"/>
          <a:stretch>
            <a:fillRect/>
          </a:stretch>
        </p:blipFill>
        <p:spPr>
          <a:xfrm>
            <a:off x="193529" y="1221660"/>
            <a:ext cx="6787016" cy="4310460"/>
          </a:xfrm>
          <a:prstGeom prst="rect">
            <a:avLst/>
          </a:prstGeom>
        </p:spPr>
      </p:pic>
      <p:sp>
        <p:nvSpPr>
          <p:cNvPr id="6" name="Rectangle 5">
            <a:extLst>
              <a:ext uri="{FF2B5EF4-FFF2-40B4-BE49-F238E27FC236}">
                <a16:creationId xmlns:a16="http://schemas.microsoft.com/office/drawing/2014/main" id="{1340A6EE-7859-A06E-3D80-02F7663755E9}"/>
              </a:ext>
            </a:extLst>
          </p:cNvPr>
          <p:cNvSpPr/>
          <p:nvPr/>
        </p:nvSpPr>
        <p:spPr>
          <a:xfrm>
            <a:off x="4900240" y="1601892"/>
            <a:ext cx="1988865" cy="242315"/>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Rectangle 6">
            <a:extLst>
              <a:ext uri="{FF2B5EF4-FFF2-40B4-BE49-F238E27FC236}">
                <a16:creationId xmlns:a16="http://schemas.microsoft.com/office/drawing/2014/main" id="{E28A4CD3-0CEC-2A93-C7F9-B64DBDB3EFC1}"/>
              </a:ext>
            </a:extLst>
          </p:cNvPr>
          <p:cNvSpPr/>
          <p:nvPr/>
        </p:nvSpPr>
        <p:spPr>
          <a:xfrm>
            <a:off x="374904" y="3429000"/>
            <a:ext cx="768097" cy="196595"/>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8" name="Image 7">
            <a:extLst>
              <a:ext uri="{FF2B5EF4-FFF2-40B4-BE49-F238E27FC236}">
                <a16:creationId xmlns:a16="http://schemas.microsoft.com/office/drawing/2014/main" id="{02E8AF21-3322-96F6-B37C-BEF4DAC8B38A}"/>
              </a:ext>
            </a:extLst>
          </p:cNvPr>
          <p:cNvPicPr>
            <a:picLocks noChangeAspect="1"/>
          </p:cNvPicPr>
          <p:nvPr/>
        </p:nvPicPr>
        <p:blipFill>
          <a:blip r:embed="rId4"/>
          <a:stretch>
            <a:fillRect/>
          </a:stretch>
        </p:blipFill>
        <p:spPr>
          <a:xfrm>
            <a:off x="6576822" y="2562634"/>
            <a:ext cx="2487802" cy="2356865"/>
          </a:xfrm>
          <a:prstGeom prst="rect">
            <a:avLst/>
          </a:prstGeom>
        </p:spPr>
      </p:pic>
    </p:spTree>
    <p:extLst>
      <p:ext uri="{BB962C8B-B14F-4D97-AF65-F5344CB8AC3E}">
        <p14:creationId xmlns:p14="http://schemas.microsoft.com/office/powerpoint/2010/main" val="106685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7F2FD-97BB-0707-CD40-334E7A756A1B}"/>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850593B-375D-B6E9-ED33-F6306D37015F}"/>
              </a:ext>
            </a:extLst>
          </p:cNvPr>
          <p:cNvSpPr>
            <a:spLocks noGrp="1"/>
          </p:cNvSpPr>
          <p:nvPr>
            <p:ph type="sldNum" idx="12"/>
          </p:nvPr>
        </p:nvSpPr>
        <p:spPr/>
        <p:txBody>
          <a:bodyPr/>
          <a:lstStyle/>
          <a:p>
            <a:fld id="{00000000-1234-1234-1234-123412341234}" type="slidenum">
              <a:rPr lang="fr-FR" smtClean="0"/>
              <a:pPr/>
              <a:t>26</a:t>
            </a:fld>
            <a:endParaRPr lang="fr-FR"/>
          </a:p>
        </p:txBody>
      </p:sp>
      <p:sp>
        <p:nvSpPr>
          <p:cNvPr id="47" name="Rectangle 46">
            <a:extLst>
              <a:ext uri="{FF2B5EF4-FFF2-40B4-BE49-F238E27FC236}">
                <a16:creationId xmlns:a16="http://schemas.microsoft.com/office/drawing/2014/main" id="{60583B04-64B5-27CB-BF61-FB80E92B80EC}"/>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pic>
        <p:nvPicPr>
          <p:cNvPr id="2" name="Image 1">
            <a:extLst>
              <a:ext uri="{FF2B5EF4-FFF2-40B4-BE49-F238E27FC236}">
                <a16:creationId xmlns:a16="http://schemas.microsoft.com/office/drawing/2014/main" id="{0374F1A5-B7F4-8A8F-E3B9-927CC859AAF2}"/>
              </a:ext>
            </a:extLst>
          </p:cNvPr>
          <p:cNvPicPr>
            <a:picLocks noChangeAspect="1"/>
          </p:cNvPicPr>
          <p:nvPr/>
        </p:nvPicPr>
        <p:blipFill>
          <a:blip r:embed="rId3"/>
          <a:stretch>
            <a:fillRect/>
          </a:stretch>
        </p:blipFill>
        <p:spPr>
          <a:xfrm>
            <a:off x="504257" y="1290427"/>
            <a:ext cx="8135485" cy="5106113"/>
          </a:xfrm>
          <a:prstGeom prst="rect">
            <a:avLst/>
          </a:prstGeom>
        </p:spPr>
      </p:pic>
      <p:sp>
        <p:nvSpPr>
          <p:cNvPr id="4" name="Rectangle 3">
            <a:extLst>
              <a:ext uri="{FF2B5EF4-FFF2-40B4-BE49-F238E27FC236}">
                <a16:creationId xmlns:a16="http://schemas.microsoft.com/office/drawing/2014/main" id="{308B9E4E-A63C-0258-CFA5-BE6DB8113564}"/>
              </a:ext>
            </a:extLst>
          </p:cNvPr>
          <p:cNvSpPr/>
          <p:nvPr/>
        </p:nvSpPr>
        <p:spPr>
          <a:xfrm>
            <a:off x="1154407" y="3364033"/>
            <a:ext cx="1403649" cy="205739"/>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a:extLst>
              <a:ext uri="{FF2B5EF4-FFF2-40B4-BE49-F238E27FC236}">
                <a16:creationId xmlns:a16="http://schemas.microsoft.com/office/drawing/2014/main" id="{8F14B21A-AC3C-2D6E-AB25-531C40CA6810}"/>
              </a:ext>
            </a:extLst>
          </p:cNvPr>
          <p:cNvSpPr/>
          <p:nvPr/>
        </p:nvSpPr>
        <p:spPr>
          <a:xfrm>
            <a:off x="5646375" y="1582019"/>
            <a:ext cx="1312209" cy="93268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8">
            <a:extLst>
              <a:ext uri="{FF2B5EF4-FFF2-40B4-BE49-F238E27FC236}">
                <a16:creationId xmlns:a16="http://schemas.microsoft.com/office/drawing/2014/main" id="{677C6EEB-5ADD-97EC-3610-9F80EFFF65A7}"/>
              </a:ext>
            </a:extLst>
          </p:cNvPr>
          <p:cNvSpPr/>
          <p:nvPr/>
        </p:nvSpPr>
        <p:spPr>
          <a:xfrm>
            <a:off x="5646375" y="2637084"/>
            <a:ext cx="1641393" cy="93268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id="{DBBB605B-B813-A56B-7C6F-54497943701E}"/>
              </a:ext>
            </a:extLst>
          </p:cNvPr>
          <p:cNvSpPr/>
          <p:nvPr/>
        </p:nvSpPr>
        <p:spPr>
          <a:xfrm>
            <a:off x="5564079" y="3635999"/>
            <a:ext cx="1641393" cy="93268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11">
            <a:extLst>
              <a:ext uri="{FF2B5EF4-FFF2-40B4-BE49-F238E27FC236}">
                <a16:creationId xmlns:a16="http://schemas.microsoft.com/office/drawing/2014/main" id="{74DD9C82-8017-89FA-9911-59F1D38DE226}"/>
              </a:ext>
            </a:extLst>
          </p:cNvPr>
          <p:cNvSpPr/>
          <p:nvPr/>
        </p:nvSpPr>
        <p:spPr>
          <a:xfrm>
            <a:off x="5564079" y="4763607"/>
            <a:ext cx="3075663" cy="1532833"/>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3" name="Title 1">
            <a:extLst>
              <a:ext uri="{FF2B5EF4-FFF2-40B4-BE49-F238E27FC236}">
                <a16:creationId xmlns:a16="http://schemas.microsoft.com/office/drawing/2014/main" id="{317F170B-0E22-2F78-FE5B-F5926ACB9B46}"/>
              </a:ext>
            </a:extLst>
          </p:cNvPr>
          <p:cNvSpPr txBox="1">
            <a:spLocks/>
          </p:cNvSpPr>
          <p:nvPr/>
        </p:nvSpPr>
        <p:spPr>
          <a:xfrm>
            <a:off x="265549" y="624025"/>
            <a:ext cx="9848850" cy="46518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Configuration des proprieties </a:t>
            </a:r>
            <a:r>
              <a:rPr kumimoji="0" lang="en-US" sz="2000" b="1" i="0" u="none" strike="noStrike" kern="1200" cap="none" spc="0" normalizeH="0" baseline="0" noProof="0" dirty="0" err="1">
                <a:ln>
                  <a:noFill/>
                </a:ln>
                <a:solidFill>
                  <a:srgbClr val="D15A3E">
                    <a:lumMod val="75000"/>
                  </a:srgbClr>
                </a:solidFill>
                <a:effectLst/>
                <a:uLnTx/>
                <a:uFillTx/>
                <a:latin typeface="Arial"/>
                <a:ea typeface="+mj-ea"/>
                <a:cs typeface="+mj-cs"/>
              </a:rPr>
              <a:t>geométriques</a:t>
            </a:r>
            <a:r>
              <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rPr>
              <a:t> </a:t>
            </a:r>
          </a:p>
        </p:txBody>
      </p:sp>
      <p:pic>
        <p:nvPicPr>
          <p:cNvPr id="7" name="Image 6">
            <a:extLst>
              <a:ext uri="{FF2B5EF4-FFF2-40B4-BE49-F238E27FC236}">
                <a16:creationId xmlns:a16="http://schemas.microsoft.com/office/drawing/2014/main" id="{43B6446F-3776-1BD1-55F5-7D3F57E84817}"/>
              </a:ext>
            </a:extLst>
          </p:cNvPr>
          <p:cNvPicPr>
            <a:picLocks noChangeAspect="1"/>
          </p:cNvPicPr>
          <p:nvPr/>
        </p:nvPicPr>
        <p:blipFill>
          <a:blip r:embed="rId4"/>
          <a:stretch>
            <a:fillRect/>
          </a:stretch>
        </p:blipFill>
        <p:spPr>
          <a:xfrm>
            <a:off x="2623292" y="4858417"/>
            <a:ext cx="1190791" cy="1343212"/>
          </a:xfrm>
          <a:prstGeom prst="rect">
            <a:avLst/>
          </a:prstGeom>
        </p:spPr>
      </p:pic>
      <p:pic>
        <p:nvPicPr>
          <p:cNvPr id="15" name="Image 14">
            <a:extLst>
              <a:ext uri="{FF2B5EF4-FFF2-40B4-BE49-F238E27FC236}">
                <a16:creationId xmlns:a16="http://schemas.microsoft.com/office/drawing/2014/main" id="{E5DDFDED-E754-6450-A5F3-48C35BCB675D}"/>
              </a:ext>
            </a:extLst>
          </p:cNvPr>
          <p:cNvPicPr>
            <a:picLocks noChangeAspect="1"/>
          </p:cNvPicPr>
          <p:nvPr/>
        </p:nvPicPr>
        <p:blipFill>
          <a:blip r:embed="rId5"/>
          <a:stretch>
            <a:fillRect/>
          </a:stretch>
        </p:blipFill>
        <p:spPr>
          <a:xfrm>
            <a:off x="4091767" y="4857435"/>
            <a:ext cx="1038017" cy="1344194"/>
          </a:xfrm>
          <a:prstGeom prst="rect">
            <a:avLst/>
          </a:prstGeom>
        </p:spPr>
      </p:pic>
    </p:spTree>
    <p:extLst>
      <p:ext uri="{BB962C8B-B14F-4D97-AF65-F5344CB8AC3E}">
        <p14:creationId xmlns:p14="http://schemas.microsoft.com/office/powerpoint/2010/main" val="259305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2" grpId="0" animBg="1"/>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DD264-4E42-A32B-6E7F-6E8B79C1F83F}"/>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A3ADAFD-83C5-D9F9-7D6E-198CB3B06C34}"/>
              </a:ext>
            </a:extLst>
          </p:cNvPr>
          <p:cNvSpPr>
            <a:spLocks noGrp="1"/>
          </p:cNvSpPr>
          <p:nvPr>
            <p:ph type="sldNum" idx="12"/>
          </p:nvPr>
        </p:nvSpPr>
        <p:spPr/>
        <p:txBody>
          <a:bodyPr/>
          <a:lstStyle/>
          <a:p>
            <a:fld id="{00000000-1234-1234-1234-123412341234}" type="slidenum">
              <a:rPr lang="fr-FR" smtClean="0"/>
              <a:pPr/>
              <a:t>27</a:t>
            </a:fld>
            <a:endParaRPr lang="fr-FR"/>
          </a:p>
        </p:txBody>
      </p:sp>
      <p:sp>
        <p:nvSpPr>
          <p:cNvPr id="47" name="Rectangle 46">
            <a:extLst>
              <a:ext uri="{FF2B5EF4-FFF2-40B4-BE49-F238E27FC236}">
                <a16:creationId xmlns:a16="http://schemas.microsoft.com/office/drawing/2014/main" id="{C8D13C99-391E-5DFA-22EC-2E5E45403A72}"/>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11" name="Title 1">
            <a:extLst>
              <a:ext uri="{FF2B5EF4-FFF2-40B4-BE49-F238E27FC236}">
                <a16:creationId xmlns:a16="http://schemas.microsoft.com/office/drawing/2014/main" id="{8ABC1B73-5AFA-4881-0D6B-B8563F7D4EEC}"/>
              </a:ext>
            </a:extLst>
          </p:cNvPr>
          <p:cNvSpPr txBox="1">
            <a:spLocks/>
          </p:cNvSpPr>
          <p:nvPr/>
        </p:nvSpPr>
        <p:spPr>
          <a:xfrm>
            <a:off x="0" y="622970"/>
            <a:ext cx="9848850" cy="465180"/>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Affecter les propriétés optiques appropriées pour chaque groupe d'objets: Feuille</a:t>
            </a:r>
            <a:endPar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endParaRPr>
          </a:p>
        </p:txBody>
      </p:sp>
      <p:pic>
        <p:nvPicPr>
          <p:cNvPr id="4" name="Image 3">
            <a:extLst>
              <a:ext uri="{FF2B5EF4-FFF2-40B4-BE49-F238E27FC236}">
                <a16:creationId xmlns:a16="http://schemas.microsoft.com/office/drawing/2014/main" id="{D7E29071-27E2-69F3-ED3E-6C390C48AD3D}"/>
              </a:ext>
            </a:extLst>
          </p:cNvPr>
          <p:cNvPicPr>
            <a:picLocks noChangeAspect="1"/>
          </p:cNvPicPr>
          <p:nvPr/>
        </p:nvPicPr>
        <p:blipFill>
          <a:blip r:embed="rId3"/>
          <a:stretch>
            <a:fillRect/>
          </a:stretch>
        </p:blipFill>
        <p:spPr>
          <a:xfrm>
            <a:off x="411480" y="1236989"/>
            <a:ext cx="7818120" cy="5484488"/>
          </a:xfrm>
          <a:prstGeom prst="rect">
            <a:avLst/>
          </a:prstGeom>
        </p:spPr>
      </p:pic>
      <p:sp>
        <p:nvSpPr>
          <p:cNvPr id="8" name="Rectangle 7">
            <a:extLst>
              <a:ext uri="{FF2B5EF4-FFF2-40B4-BE49-F238E27FC236}">
                <a16:creationId xmlns:a16="http://schemas.microsoft.com/office/drawing/2014/main" id="{D0149413-17A6-4804-E2D9-E56D5D48E22D}"/>
              </a:ext>
            </a:extLst>
          </p:cNvPr>
          <p:cNvSpPr/>
          <p:nvPr/>
        </p:nvSpPr>
        <p:spPr>
          <a:xfrm>
            <a:off x="1209271" y="3538728"/>
            <a:ext cx="464081" cy="18405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8">
            <a:extLst>
              <a:ext uri="{FF2B5EF4-FFF2-40B4-BE49-F238E27FC236}">
                <a16:creationId xmlns:a16="http://schemas.microsoft.com/office/drawing/2014/main" id="{B6194BFB-736A-5EB9-4334-B8F51FD5CD5E}"/>
              </a:ext>
            </a:extLst>
          </p:cNvPr>
          <p:cNvSpPr/>
          <p:nvPr/>
        </p:nvSpPr>
        <p:spPr>
          <a:xfrm>
            <a:off x="4864609" y="3979233"/>
            <a:ext cx="923544" cy="150182"/>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id="{B4BF42E4-6C55-3B17-DF96-8291420CC96B}"/>
              </a:ext>
            </a:extLst>
          </p:cNvPr>
          <p:cNvSpPr/>
          <p:nvPr/>
        </p:nvSpPr>
        <p:spPr>
          <a:xfrm>
            <a:off x="5054301" y="5322576"/>
            <a:ext cx="1403649" cy="205739"/>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50857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8" grpId="0" animBg="1"/>
      <p:bldP spid="9" grpId="0" animBg="1"/>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93DAF-6798-C9BD-0679-1494075BCE5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95702AB-A937-BD77-0DD5-D8BBBA14BD45}"/>
              </a:ext>
            </a:extLst>
          </p:cNvPr>
          <p:cNvSpPr>
            <a:spLocks noGrp="1"/>
          </p:cNvSpPr>
          <p:nvPr>
            <p:ph type="sldNum" idx="12"/>
          </p:nvPr>
        </p:nvSpPr>
        <p:spPr/>
        <p:txBody>
          <a:bodyPr/>
          <a:lstStyle/>
          <a:p>
            <a:fld id="{00000000-1234-1234-1234-123412341234}" type="slidenum">
              <a:rPr lang="fr-FR" smtClean="0"/>
              <a:pPr/>
              <a:t>28</a:t>
            </a:fld>
            <a:endParaRPr lang="fr-FR"/>
          </a:p>
        </p:txBody>
      </p:sp>
      <p:sp>
        <p:nvSpPr>
          <p:cNvPr id="47" name="Rectangle 46">
            <a:extLst>
              <a:ext uri="{FF2B5EF4-FFF2-40B4-BE49-F238E27FC236}">
                <a16:creationId xmlns:a16="http://schemas.microsoft.com/office/drawing/2014/main" id="{7397ADA2-D558-8245-095A-21FD8CBDC8AF}"/>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pic>
        <p:nvPicPr>
          <p:cNvPr id="2" name="Image 1">
            <a:extLst>
              <a:ext uri="{FF2B5EF4-FFF2-40B4-BE49-F238E27FC236}">
                <a16:creationId xmlns:a16="http://schemas.microsoft.com/office/drawing/2014/main" id="{19ED0ACE-3209-3618-9ACD-A84235A2878C}"/>
              </a:ext>
            </a:extLst>
          </p:cNvPr>
          <p:cNvPicPr>
            <a:picLocks noChangeAspect="1"/>
          </p:cNvPicPr>
          <p:nvPr/>
        </p:nvPicPr>
        <p:blipFill>
          <a:blip r:embed="rId3"/>
          <a:stretch>
            <a:fillRect/>
          </a:stretch>
        </p:blipFill>
        <p:spPr>
          <a:xfrm>
            <a:off x="871919" y="1347051"/>
            <a:ext cx="7211377" cy="5009301"/>
          </a:xfrm>
          <a:prstGeom prst="rect">
            <a:avLst/>
          </a:prstGeom>
        </p:spPr>
      </p:pic>
      <p:sp>
        <p:nvSpPr>
          <p:cNvPr id="5" name="Rectangle 4">
            <a:extLst>
              <a:ext uri="{FF2B5EF4-FFF2-40B4-BE49-F238E27FC236}">
                <a16:creationId xmlns:a16="http://schemas.microsoft.com/office/drawing/2014/main" id="{2930BB89-F76C-1C6A-0055-8D5DC735383D}"/>
              </a:ext>
            </a:extLst>
          </p:cNvPr>
          <p:cNvSpPr/>
          <p:nvPr/>
        </p:nvSpPr>
        <p:spPr>
          <a:xfrm>
            <a:off x="5054301" y="5055673"/>
            <a:ext cx="1403649" cy="205739"/>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 name="Rectangle 5">
            <a:extLst>
              <a:ext uri="{FF2B5EF4-FFF2-40B4-BE49-F238E27FC236}">
                <a16:creationId xmlns:a16="http://schemas.microsoft.com/office/drawing/2014/main" id="{2A9FCAA6-832A-37D7-A824-925C1E2414A7}"/>
              </a:ext>
            </a:extLst>
          </p:cNvPr>
          <p:cNvSpPr/>
          <p:nvPr/>
        </p:nvSpPr>
        <p:spPr>
          <a:xfrm>
            <a:off x="4967455" y="3754994"/>
            <a:ext cx="720113" cy="205739"/>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Title 1">
            <a:extLst>
              <a:ext uri="{FF2B5EF4-FFF2-40B4-BE49-F238E27FC236}">
                <a16:creationId xmlns:a16="http://schemas.microsoft.com/office/drawing/2014/main" id="{3E66F15A-DD53-2855-4131-3A090F7B0F0B}"/>
              </a:ext>
            </a:extLst>
          </p:cNvPr>
          <p:cNvSpPr txBox="1">
            <a:spLocks/>
          </p:cNvSpPr>
          <p:nvPr/>
        </p:nvSpPr>
        <p:spPr>
          <a:xfrm>
            <a:off x="0" y="622970"/>
            <a:ext cx="9848850" cy="465180"/>
          </a:xfrm>
          <a:prstGeom prst="rect">
            <a:avLst/>
          </a:prstGeom>
        </p:spPr>
        <p:txBody>
          <a:bodyPr vert="horz" lIns="91440" tIns="45720" rIns="91440" bIns="45720" rtlCol="0" anchor="b">
            <a:normAutofit fontScale="90000"/>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Affecter les propriétés optiques appropriées pour chaque groupe d'objets: Tronc</a:t>
            </a:r>
            <a:endPar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endParaRPr>
          </a:p>
        </p:txBody>
      </p:sp>
    </p:spTree>
    <p:extLst>
      <p:ext uri="{BB962C8B-B14F-4D97-AF65-F5344CB8AC3E}">
        <p14:creationId xmlns:p14="http://schemas.microsoft.com/office/powerpoint/2010/main" val="224463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286AB-602A-98F3-E0D8-3C45B82471A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81C49FA-8AB7-4161-500A-C3944AAB66AC}"/>
              </a:ext>
            </a:extLst>
          </p:cNvPr>
          <p:cNvSpPr>
            <a:spLocks noGrp="1"/>
          </p:cNvSpPr>
          <p:nvPr>
            <p:ph type="sldNum" idx="12"/>
          </p:nvPr>
        </p:nvSpPr>
        <p:spPr/>
        <p:txBody>
          <a:bodyPr/>
          <a:lstStyle/>
          <a:p>
            <a:fld id="{00000000-1234-1234-1234-123412341234}" type="slidenum">
              <a:rPr lang="fr-FR" smtClean="0"/>
              <a:pPr/>
              <a:t>29</a:t>
            </a:fld>
            <a:endParaRPr lang="fr-FR"/>
          </a:p>
        </p:txBody>
      </p:sp>
      <p:sp>
        <p:nvSpPr>
          <p:cNvPr id="47" name="Rectangle 46">
            <a:extLst>
              <a:ext uri="{FF2B5EF4-FFF2-40B4-BE49-F238E27FC236}">
                <a16:creationId xmlns:a16="http://schemas.microsoft.com/office/drawing/2014/main" id="{E85AFD8B-17DD-0D50-1D6B-A95AFDC5D672}"/>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7" name="Title 1">
            <a:extLst>
              <a:ext uri="{FF2B5EF4-FFF2-40B4-BE49-F238E27FC236}">
                <a16:creationId xmlns:a16="http://schemas.microsoft.com/office/drawing/2014/main" id="{8F2259A0-04EC-686B-AF62-5C2511225AC5}"/>
              </a:ext>
            </a:extLst>
          </p:cNvPr>
          <p:cNvSpPr txBox="1">
            <a:spLocks/>
          </p:cNvSpPr>
          <p:nvPr/>
        </p:nvSpPr>
        <p:spPr>
          <a:xfrm>
            <a:off x="403086" y="686720"/>
            <a:ext cx="9848850" cy="46518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Affichage de la scène 3D:</a:t>
            </a:r>
            <a:endPar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endParaRPr>
          </a:p>
        </p:txBody>
      </p:sp>
      <p:pic>
        <p:nvPicPr>
          <p:cNvPr id="4" name="Image 3">
            <a:extLst>
              <a:ext uri="{FF2B5EF4-FFF2-40B4-BE49-F238E27FC236}">
                <a16:creationId xmlns:a16="http://schemas.microsoft.com/office/drawing/2014/main" id="{CD33BC55-3220-D80A-0C6D-A2973156AAB4}"/>
              </a:ext>
            </a:extLst>
          </p:cNvPr>
          <p:cNvPicPr>
            <a:picLocks noChangeAspect="1"/>
          </p:cNvPicPr>
          <p:nvPr/>
        </p:nvPicPr>
        <p:blipFill>
          <a:blip r:embed="rId3"/>
          <a:stretch>
            <a:fillRect/>
          </a:stretch>
        </p:blipFill>
        <p:spPr>
          <a:xfrm>
            <a:off x="832863" y="1938129"/>
            <a:ext cx="2772162" cy="2981741"/>
          </a:xfrm>
          <a:prstGeom prst="rect">
            <a:avLst/>
          </a:prstGeom>
        </p:spPr>
      </p:pic>
      <p:pic>
        <p:nvPicPr>
          <p:cNvPr id="8" name="Image 7">
            <a:extLst>
              <a:ext uri="{FF2B5EF4-FFF2-40B4-BE49-F238E27FC236}">
                <a16:creationId xmlns:a16="http://schemas.microsoft.com/office/drawing/2014/main" id="{B68B3922-C714-6E13-1FC2-C83399BB6297}"/>
              </a:ext>
            </a:extLst>
          </p:cNvPr>
          <p:cNvPicPr>
            <a:picLocks noChangeAspect="1"/>
          </p:cNvPicPr>
          <p:nvPr/>
        </p:nvPicPr>
        <p:blipFill>
          <a:blip r:embed="rId4"/>
          <a:stretch>
            <a:fillRect/>
          </a:stretch>
        </p:blipFill>
        <p:spPr>
          <a:xfrm>
            <a:off x="4726789" y="2074958"/>
            <a:ext cx="3982006" cy="4096322"/>
          </a:xfrm>
          <a:prstGeom prst="rect">
            <a:avLst/>
          </a:prstGeom>
        </p:spPr>
      </p:pic>
      <p:sp>
        <p:nvSpPr>
          <p:cNvPr id="9" name="Rectangle 8">
            <a:extLst>
              <a:ext uri="{FF2B5EF4-FFF2-40B4-BE49-F238E27FC236}">
                <a16:creationId xmlns:a16="http://schemas.microsoft.com/office/drawing/2014/main" id="{14C89907-084A-0820-2E1C-14671CCE7F1D}"/>
              </a:ext>
            </a:extLst>
          </p:cNvPr>
          <p:cNvSpPr/>
          <p:nvPr/>
        </p:nvSpPr>
        <p:spPr>
          <a:xfrm>
            <a:off x="877780" y="2074958"/>
            <a:ext cx="2660948" cy="24761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415179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4CE70-1D8A-C1C7-6DBB-E96069FAA1EA}"/>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3A2ACBF-F30A-7AA0-7900-C90B5406934A}"/>
              </a:ext>
            </a:extLst>
          </p:cNvPr>
          <p:cNvSpPr>
            <a:spLocks noGrp="1"/>
          </p:cNvSpPr>
          <p:nvPr>
            <p:ph type="sldNum" idx="12"/>
          </p:nvPr>
        </p:nvSpPr>
        <p:spPr/>
        <p:txBody>
          <a:bodyPr/>
          <a:lstStyle/>
          <a:p>
            <a:fld id="{00000000-1234-1234-1234-123412341234}" type="slidenum">
              <a:rPr lang="fr-FR" smtClean="0"/>
              <a:pPr/>
              <a:t>30</a:t>
            </a:fld>
            <a:endParaRPr lang="fr-FR"/>
          </a:p>
        </p:txBody>
      </p:sp>
      <p:sp>
        <p:nvSpPr>
          <p:cNvPr id="47" name="Rectangle 46">
            <a:extLst>
              <a:ext uri="{FF2B5EF4-FFF2-40B4-BE49-F238E27FC236}">
                <a16:creationId xmlns:a16="http://schemas.microsoft.com/office/drawing/2014/main" id="{6891C93E-1D6C-F8E9-18BF-4A573163203F}"/>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7" name="Title 1">
            <a:extLst>
              <a:ext uri="{FF2B5EF4-FFF2-40B4-BE49-F238E27FC236}">
                <a16:creationId xmlns:a16="http://schemas.microsoft.com/office/drawing/2014/main" id="{09713833-953F-FF87-1304-C251C8291392}"/>
              </a:ext>
            </a:extLst>
          </p:cNvPr>
          <p:cNvSpPr txBox="1">
            <a:spLocks/>
          </p:cNvSpPr>
          <p:nvPr/>
        </p:nvSpPr>
        <p:spPr>
          <a:xfrm>
            <a:off x="403086" y="686720"/>
            <a:ext cx="9848850" cy="46518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Création des arbres </a:t>
            </a:r>
            <a:endPar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endParaRPr>
          </a:p>
        </p:txBody>
      </p:sp>
      <p:pic>
        <p:nvPicPr>
          <p:cNvPr id="2" name="Image 1">
            <a:extLst>
              <a:ext uri="{FF2B5EF4-FFF2-40B4-BE49-F238E27FC236}">
                <a16:creationId xmlns:a16="http://schemas.microsoft.com/office/drawing/2014/main" id="{AD9DDEF6-3352-E3FE-EB05-68B7083E384F}"/>
              </a:ext>
            </a:extLst>
          </p:cNvPr>
          <p:cNvPicPr>
            <a:picLocks noChangeAspect="1"/>
          </p:cNvPicPr>
          <p:nvPr/>
        </p:nvPicPr>
        <p:blipFill>
          <a:blip r:embed="rId3"/>
          <a:stretch>
            <a:fillRect/>
          </a:stretch>
        </p:blipFill>
        <p:spPr>
          <a:xfrm>
            <a:off x="1013916" y="1079282"/>
            <a:ext cx="7116168" cy="4982270"/>
          </a:xfrm>
          <a:prstGeom prst="rect">
            <a:avLst/>
          </a:prstGeom>
        </p:spPr>
      </p:pic>
      <p:sp>
        <p:nvSpPr>
          <p:cNvPr id="5" name="Rectangle 4">
            <a:extLst>
              <a:ext uri="{FF2B5EF4-FFF2-40B4-BE49-F238E27FC236}">
                <a16:creationId xmlns:a16="http://schemas.microsoft.com/office/drawing/2014/main" id="{8EE5FA96-6397-CBE8-16A8-7EBF24A85A1B}"/>
              </a:ext>
            </a:extLst>
          </p:cNvPr>
          <p:cNvSpPr/>
          <p:nvPr/>
        </p:nvSpPr>
        <p:spPr>
          <a:xfrm>
            <a:off x="1581844" y="1929384"/>
            <a:ext cx="1271083" cy="22860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 name="ZoneTexte 3">
            <a:extLst>
              <a:ext uri="{FF2B5EF4-FFF2-40B4-BE49-F238E27FC236}">
                <a16:creationId xmlns:a16="http://schemas.microsoft.com/office/drawing/2014/main" id="{6F5872E0-61A1-0D52-3026-129DB82963B7}"/>
              </a:ext>
            </a:extLst>
          </p:cNvPr>
          <p:cNvSpPr txBox="1"/>
          <p:nvPr/>
        </p:nvSpPr>
        <p:spPr>
          <a:xfrm>
            <a:off x="292608" y="6247065"/>
            <a:ext cx="9959328" cy="584775"/>
          </a:xfrm>
          <a:prstGeom prst="rect">
            <a:avLst/>
          </a:prstGeom>
          <a:noFill/>
        </p:spPr>
        <p:txBody>
          <a:bodyPr wrap="square">
            <a:spAutoFit/>
          </a:bodyPr>
          <a:lstStyle/>
          <a:p>
            <a:r>
              <a:rPr lang="fr-FR" sz="1600" b="1" dirty="0">
                <a:solidFill>
                  <a:srgbClr val="A40000"/>
                </a:solidFill>
                <a:latin typeface="Gill Sans" panose="020B0604020202020204" charset="0"/>
              </a:rPr>
              <a:t>Problème : </a:t>
            </a:r>
            <a:r>
              <a:rPr lang="fr-FR" sz="1600" dirty="0">
                <a:latin typeface="Gill Sans" panose="020B0604020202020204" charset="0"/>
              </a:rPr>
              <a:t>Il faut répéter N fois la créations des objets et l’affectation les propriétés optiques appropriées </a:t>
            </a:r>
            <a:r>
              <a:rPr lang="fr-FR" sz="1600">
                <a:latin typeface="Gill Sans" panose="020B0604020202020204" charset="0"/>
              </a:rPr>
              <a:t>pour 			chaque </a:t>
            </a:r>
            <a:r>
              <a:rPr lang="fr-FR" sz="1600" dirty="0">
                <a:latin typeface="Gill Sans" panose="020B0604020202020204" charset="0"/>
              </a:rPr>
              <a:t>groupe d'objets </a:t>
            </a:r>
            <a:endParaRPr lang="en-US" sz="1600" b="1" dirty="0">
              <a:solidFill>
                <a:schemeClr val="tx1"/>
              </a:solidFill>
              <a:latin typeface="Gill Sans" panose="020B0604020202020204" charset="0"/>
            </a:endParaRPr>
          </a:p>
        </p:txBody>
      </p:sp>
    </p:spTree>
    <p:extLst>
      <p:ext uri="{BB962C8B-B14F-4D97-AF65-F5344CB8AC3E}">
        <p14:creationId xmlns:p14="http://schemas.microsoft.com/office/powerpoint/2010/main" val="131177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35C57-571A-41E7-AEFE-F39F0AC6D9C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0A20A225-20F5-A620-6510-7EBAA68BAE45}"/>
              </a:ext>
            </a:extLst>
          </p:cNvPr>
          <p:cNvSpPr>
            <a:spLocks noGrp="1"/>
          </p:cNvSpPr>
          <p:nvPr>
            <p:ph type="sldNum" idx="12"/>
          </p:nvPr>
        </p:nvSpPr>
        <p:spPr/>
        <p:txBody>
          <a:bodyPr/>
          <a:lstStyle/>
          <a:p>
            <a:fld id="{00000000-1234-1234-1234-123412341234}" type="slidenum">
              <a:rPr lang="fr-FR" smtClean="0"/>
              <a:pPr/>
              <a:t>31</a:t>
            </a:fld>
            <a:endParaRPr lang="fr-FR"/>
          </a:p>
        </p:txBody>
      </p:sp>
      <p:sp>
        <p:nvSpPr>
          <p:cNvPr id="47" name="Rectangle 46">
            <a:extLst>
              <a:ext uri="{FF2B5EF4-FFF2-40B4-BE49-F238E27FC236}">
                <a16:creationId xmlns:a16="http://schemas.microsoft.com/office/drawing/2014/main" id="{515A8134-B730-8325-02EF-EB34F04C4286}"/>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7" name="Title 1">
            <a:extLst>
              <a:ext uri="{FF2B5EF4-FFF2-40B4-BE49-F238E27FC236}">
                <a16:creationId xmlns:a16="http://schemas.microsoft.com/office/drawing/2014/main" id="{F1A66B3E-B928-EE95-0757-4513FD9AD19E}"/>
              </a:ext>
            </a:extLst>
          </p:cNvPr>
          <p:cNvSpPr txBox="1">
            <a:spLocks/>
          </p:cNvSpPr>
          <p:nvPr/>
        </p:nvSpPr>
        <p:spPr>
          <a:xfrm>
            <a:off x="494526" y="787304"/>
            <a:ext cx="9848850" cy="46518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Affichage de la scène 3D:</a:t>
            </a:r>
            <a:endPar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endParaRPr>
          </a:p>
        </p:txBody>
      </p:sp>
      <p:pic>
        <p:nvPicPr>
          <p:cNvPr id="2" name="Image 1">
            <a:extLst>
              <a:ext uri="{FF2B5EF4-FFF2-40B4-BE49-F238E27FC236}">
                <a16:creationId xmlns:a16="http://schemas.microsoft.com/office/drawing/2014/main" id="{54E9C49B-77CE-EE44-093E-5BDAF62ABF18}"/>
              </a:ext>
            </a:extLst>
          </p:cNvPr>
          <p:cNvPicPr>
            <a:picLocks noChangeAspect="1"/>
          </p:cNvPicPr>
          <p:nvPr/>
        </p:nvPicPr>
        <p:blipFill>
          <a:blip r:embed="rId3"/>
          <a:stretch>
            <a:fillRect/>
          </a:stretch>
        </p:blipFill>
        <p:spPr>
          <a:xfrm>
            <a:off x="2514050" y="1829691"/>
            <a:ext cx="3943900" cy="3600953"/>
          </a:xfrm>
          <a:prstGeom prst="rect">
            <a:avLst/>
          </a:prstGeom>
        </p:spPr>
      </p:pic>
    </p:spTree>
    <p:extLst>
      <p:ext uri="{BB962C8B-B14F-4D97-AF65-F5344CB8AC3E}">
        <p14:creationId xmlns:p14="http://schemas.microsoft.com/office/powerpoint/2010/main" val="65150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31929-3156-7340-529D-12D46970A6BA}"/>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12299B58-10BB-EE33-CAD1-714C308C2ADC}"/>
              </a:ext>
            </a:extLst>
          </p:cNvPr>
          <p:cNvSpPr>
            <a:spLocks noGrp="1"/>
          </p:cNvSpPr>
          <p:nvPr>
            <p:ph type="sldNum" idx="12"/>
          </p:nvPr>
        </p:nvSpPr>
        <p:spPr/>
        <p:txBody>
          <a:bodyPr/>
          <a:lstStyle/>
          <a:p>
            <a:fld id="{00000000-1234-1234-1234-123412341234}" type="slidenum">
              <a:rPr lang="fr-FR" smtClean="0"/>
              <a:pPr/>
              <a:t>32</a:t>
            </a:fld>
            <a:endParaRPr lang="fr-FR"/>
          </a:p>
        </p:txBody>
      </p:sp>
      <p:sp>
        <p:nvSpPr>
          <p:cNvPr id="47" name="Rectangle 46">
            <a:extLst>
              <a:ext uri="{FF2B5EF4-FFF2-40B4-BE49-F238E27FC236}">
                <a16:creationId xmlns:a16="http://schemas.microsoft.com/office/drawing/2014/main" id="{F0B80B23-4264-AC2F-961D-9A7866AC190C}"/>
              </a:ext>
            </a:extLst>
          </p:cNvPr>
          <p:cNvSpPr/>
          <p:nvPr/>
        </p:nvSpPr>
        <p:spPr>
          <a:xfrm>
            <a:off x="151402" y="29905"/>
            <a:ext cx="3217547" cy="461665"/>
          </a:xfrm>
          <a:prstGeom prst="rect">
            <a:avLst/>
          </a:prstGeom>
        </p:spPr>
        <p:txBody>
          <a:bodyPr wrap="none">
            <a:spAutoFit/>
          </a:bodyPr>
          <a:lstStyle/>
          <a:p>
            <a:r>
              <a:rPr lang="fr-FR" sz="2400" b="1" dirty="0">
                <a:solidFill>
                  <a:schemeClr val="lt1"/>
                </a:solidFill>
                <a:latin typeface="Gill Sans"/>
              </a:rPr>
              <a:t>Création d’une scène</a:t>
            </a:r>
            <a:endParaRPr lang="fr-FR" dirty="0"/>
          </a:p>
        </p:txBody>
      </p:sp>
      <p:sp>
        <p:nvSpPr>
          <p:cNvPr id="7" name="Title 1">
            <a:extLst>
              <a:ext uri="{FF2B5EF4-FFF2-40B4-BE49-F238E27FC236}">
                <a16:creationId xmlns:a16="http://schemas.microsoft.com/office/drawing/2014/main" id="{A109F5E5-24BC-8F1B-06B9-A344A1E580BA}"/>
              </a:ext>
            </a:extLst>
          </p:cNvPr>
          <p:cNvSpPr txBox="1">
            <a:spLocks/>
          </p:cNvSpPr>
          <p:nvPr/>
        </p:nvSpPr>
        <p:spPr>
          <a:xfrm>
            <a:off x="219456" y="502416"/>
            <a:ext cx="9848850" cy="46518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Affichage de la scène 2D</a:t>
            </a:r>
            <a:endPar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endParaRPr>
          </a:p>
        </p:txBody>
      </p:sp>
      <p:pic>
        <p:nvPicPr>
          <p:cNvPr id="4" name="Image 3">
            <a:extLst>
              <a:ext uri="{FF2B5EF4-FFF2-40B4-BE49-F238E27FC236}">
                <a16:creationId xmlns:a16="http://schemas.microsoft.com/office/drawing/2014/main" id="{41F2B79B-29C0-677D-27C6-79E3E048EB02}"/>
              </a:ext>
            </a:extLst>
          </p:cNvPr>
          <p:cNvPicPr>
            <a:picLocks noChangeAspect="1"/>
          </p:cNvPicPr>
          <p:nvPr/>
        </p:nvPicPr>
        <p:blipFill>
          <a:blip r:embed="rId3"/>
          <a:stretch>
            <a:fillRect/>
          </a:stretch>
        </p:blipFill>
        <p:spPr>
          <a:xfrm>
            <a:off x="219456" y="950732"/>
            <a:ext cx="8870822" cy="3131825"/>
          </a:xfrm>
          <a:prstGeom prst="rect">
            <a:avLst/>
          </a:prstGeom>
        </p:spPr>
      </p:pic>
      <p:pic>
        <p:nvPicPr>
          <p:cNvPr id="6" name="Image 5">
            <a:extLst>
              <a:ext uri="{FF2B5EF4-FFF2-40B4-BE49-F238E27FC236}">
                <a16:creationId xmlns:a16="http://schemas.microsoft.com/office/drawing/2014/main" id="{448C7480-12BF-7302-0E6B-2BC94BFF82D8}"/>
              </a:ext>
            </a:extLst>
          </p:cNvPr>
          <p:cNvPicPr>
            <a:picLocks noChangeAspect="1"/>
          </p:cNvPicPr>
          <p:nvPr/>
        </p:nvPicPr>
        <p:blipFill>
          <a:blip r:embed="rId4"/>
          <a:stretch>
            <a:fillRect/>
          </a:stretch>
        </p:blipFill>
        <p:spPr>
          <a:xfrm>
            <a:off x="177408" y="4192684"/>
            <a:ext cx="4444269" cy="2542669"/>
          </a:xfrm>
          <a:prstGeom prst="rect">
            <a:avLst/>
          </a:prstGeom>
        </p:spPr>
      </p:pic>
      <p:sp>
        <p:nvSpPr>
          <p:cNvPr id="8" name="Rectangle 7">
            <a:extLst>
              <a:ext uri="{FF2B5EF4-FFF2-40B4-BE49-F238E27FC236}">
                <a16:creationId xmlns:a16="http://schemas.microsoft.com/office/drawing/2014/main" id="{D9D9E74B-6806-6987-C157-646F13E30174}"/>
              </a:ext>
            </a:extLst>
          </p:cNvPr>
          <p:cNvSpPr/>
          <p:nvPr/>
        </p:nvSpPr>
        <p:spPr>
          <a:xfrm>
            <a:off x="1234373" y="990855"/>
            <a:ext cx="292676" cy="17373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8">
            <a:extLst>
              <a:ext uri="{FF2B5EF4-FFF2-40B4-BE49-F238E27FC236}">
                <a16:creationId xmlns:a16="http://schemas.microsoft.com/office/drawing/2014/main" id="{2335305E-EBF8-F31A-CE8D-AE4C7A52AE85}"/>
              </a:ext>
            </a:extLst>
          </p:cNvPr>
          <p:cNvSpPr/>
          <p:nvPr/>
        </p:nvSpPr>
        <p:spPr>
          <a:xfrm>
            <a:off x="1380710" y="4192684"/>
            <a:ext cx="292677" cy="17373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909447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60">
          <a:extLst>
            <a:ext uri="{FF2B5EF4-FFF2-40B4-BE49-F238E27FC236}">
              <a16:creationId xmlns:a16="http://schemas.microsoft.com/office/drawing/2014/main" id="{73FD3475-8018-EB1D-87BD-D2B74DBFFF35}"/>
            </a:ext>
          </a:extLst>
        </p:cNvPr>
        <p:cNvGrpSpPr/>
        <p:nvPr/>
      </p:nvGrpSpPr>
      <p:grpSpPr>
        <a:xfrm>
          <a:off x="0" y="0"/>
          <a:ext cx="0" cy="0"/>
          <a:chOff x="0" y="0"/>
          <a:chExt cx="0" cy="0"/>
        </a:xfrm>
      </p:grpSpPr>
      <p:sp>
        <p:nvSpPr>
          <p:cNvPr id="161" name="Google Shape;161;g17266f23d4b_0_11">
            <a:extLst>
              <a:ext uri="{FF2B5EF4-FFF2-40B4-BE49-F238E27FC236}">
                <a16:creationId xmlns:a16="http://schemas.microsoft.com/office/drawing/2014/main" id="{046C6B6F-4CFC-9A16-FD53-CA9917EBDD02}"/>
              </a:ext>
            </a:extLst>
          </p:cNvPr>
          <p:cNvSpPr txBox="1"/>
          <p:nvPr/>
        </p:nvSpPr>
        <p:spPr>
          <a:xfrm>
            <a:off x="2286000" y="2672414"/>
            <a:ext cx="457200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Fira Sans Light"/>
              <a:buNone/>
            </a:pPr>
            <a:r>
              <a:rPr lang="fr-FR" sz="2800" b="1" dirty="0">
                <a:solidFill>
                  <a:srgbClr val="3F3F3F"/>
                </a:solidFill>
                <a:latin typeface="Gill Sans"/>
                <a:ea typeface="Gill Sans"/>
                <a:cs typeface="Gill Sans"/>
                <a:sym typeface="Gill Sans"/>
              </a:rPr>
              <a:t>Réalisation et problèmes : </a:t>
            </a:r>
          </a:p>
          <a:p>
            <a:pPr marL="0" marR="0" lvl="0" indent="0" algn="l" rtl="0">
              <a:lnSpc>
                <a:spcPct val="100000"/>
              </a:lnSpc>
              <a:spcBef>
                <a:spcPts val="0"/>
              </a:spcBef>
              <a:spcAft>
                <a:spcPts val="0"/>
              </a:spcAft>
              <a:buClr>
                <a:schemeClr val="dk1"/>
              </a:buClr>
              <a:buSzPts val="1800"/>
              <a:buFont typeface="Fira Sans Light"/>
              <a:buNone/>
            </a:pPr>
            <a:r>
              <a:rPr lang="fr-FR" sz="2800" b="1" dirty="0">
                <a:solidFill>
                  <a:srgbClr val="3F3F3F"/>
                </a:solidFill>
                <a:latin typeface="Gill Sans"/>
                <a:ea typeface="Gill Sans"/>
                <a:cs typeface="Gill Sans"/>
                <a:sym typeface="Gill Sans"/>
              </a:rPr>
              <a:t>  Création de séquence</a:t>
            </a:r>
            <a:endParaRPr lang="fr-FR" sz="2000" b="1" i="0" u="none" strike="noStrike" cap="none" dirty="0">
              <a:solidFill>
                <a:srgbClr val="3F3F3F"/>
              </a:solidFill>
              <a:latin typeface="Gill Sans"/>
              <a:ea typeface="Gill Sans"/>
              <a:cs typeface="Gill Sans"/>
              <a:sym typeface="Gill Sans"/>
            </a:endParaRPr>
          </a:p>
        </p:txBody>
      </p:sp>
      <p:sp>
        <p:nvSpPr>
          <p:cNvPr id="162" name="Google Shape;162;g17266f23d4b_0_11">
            <a:extLst>
              <a:ext uri="{FF2B5EF4-FFF2-40B4-BE49-F238E27FC236}">
                <a16:creationId xmlns:a16="http://schemas.microsoft.com/office/drawing/2014/main" id="{8BE29897-95D1-27B5-2356-A8497A300683}"/>
              </a:ext>
            </a:extLst>
          </p:cNvPr>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sz="1600"/>
              <a:t>33</a:t>
            </a:fld>
            <a:endParaRPr sz="1600" dirty="0"/>
          </a:p>
        </p:txBody>
      </p:sp>
    </p:spTree>
    <p:extLst>
      <p:ext uri="{BB962C8B-B14F-4D97-AF65-F5344CB8AC3E}">
        <p14:creationId xmlns:p14="http://schemas.microsoft.com/office/powerpoint/2010/main" val="2938041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idx="12"/>
          </p:nvPr>
        </p:nvSpPr>
        <p:spPr/>
        <p:txBody>
          <a:bodyPr/>
          <a:lstStyle/>
          <a:p>
            <a:fld id="{00000000-1234-1234-1234-123412341234}" type="slidenum">
              <a:rPr lang="fr-FR" smtClean="0"/>
              <a:pPr/>
              <a:t>34</a:t>
            </a:fld>
            <a:endParaRPr lang="fr-FR"/>
          </a:p>
        </p:txBody>
      </p:sp>
      <p:cxnSp>
        <p:nvCxnSpPr>
          <p:cNvPr id="16" name="Connecteur droit 15"/>
          <p:cNvCxnSpPr/>
          <p:nvPr/>
        </p:nvCxnSpPr>
        <p:spPr>
          <a:xfrm flipV="1">
            <a:off x="1650495" y="5287488"/>
            <a:ext cx="6276567" cy="8295"/>
          </a:xfrm>
          <a:prstGeom prst="line">
            <a:avLst/>
          </a:prstGeom>
          <a:noFill/>
          <a:ln w="6350" cap="flat" cmpd="sng" algn="ctr">
            <a:solidFill>
              <a:srgbClr val="C00000"/>
            </a:solidFill>
            <a:prstDash val="solid"/>
            <a:miter lim="800000"/>
          </a:ln>
          <a:effectLst/>
        </p:spPr>
      </p:cxnSp>
      <p:sp>
        <p:nvSpPr>
          <p:cNvPr id="47" name="Rectangle 46"/>
          <p:cNvSpPr/>
          <p:nvPr/>
        </p:nvSpPr>
        <p:spPr>
          <a:xfrm>
            <a:off x="151402" y="29905"/>
            <a:ext cx="3288080" cy="461665"/>
          </a:xfrm>
          <a:prstGeom prst="rect">
            <a:avLst/>
          </a:prstGeom>
        </p:spPr>
        <p:txBody>
          <a:bodyPr wrap="none">
            <a:spAutoFit/>
          </a:bodyPr>
          <a:lstStyle/>
          <a:p>
            <a:r>
              <a:rPr lang="fr-FR" sz="2400" b="1" dirty="0">
                <a:solidFill>
                  <a:schemeClr val="lt1"/>
                </a:solidFill>
                <a:latin typeface="Gill Sans"/>
              </a:rPr>
              <a:t>C</a:t>
            </a:r>
            <a:r>
              <a:rPr lang="en-US" sz="2400" b="1" dirty="0" err="1">
                <a:solidFill>
                  <a:schemeClr val="lt1"/>
                </a:solidFill>
                <a:latin typeface="Gill Sans"/>
              </a:rPr>
              <a:t>réation</a:t>
            </a:r>
            <a:r>
              <a:rPr lang="en-US" sz="2400" b="1" dirty="0">
                <a:solidFill>
                  <a:schemeClr val="lt1"/>
                </a:solidFill>
                <a:latin typeface="Gill Sans"/>
              </a:rPr>
              <a:t> de </a:t>
            </a:r>
            <a:r>
              <a:rPr lang="en-US" sz="2400" b="1" dirty="0" err="1">
                <a:solidFill>
                  <a:schemeClr val="lt1"/>
                </a:solidFill>
                <a:latin typeface="Gill Sans"/>
              </a:rPr>
              <a:t>séquence</a:t>
            </a:r>
            <a:endParaRPr lang="fr-FR" dirty="0"/>
          </a:p>
        </p:txBody>
      </p:sp>
      <p:pic>
        <p:nvPicPr>
          <p:cNvPr id="2" name="Espace réservé du contenu 4" descr="Une image contenant texte, diagramme, conception, origami&#10;&#10;Le contenu généré par l’IA peut être incorrect.">
            <a:extLst>
              <a:ext uri="{FF2B5EF4-FFF2-40B4-BE49-F238E27FC236}">
                <a16:creationId xmlns:a16="http://schemas.microsoft.com/office/drawing/2014/main" id="{13E22FD7-8B62-E1D9-C119-F47CB4D42DE4}"/>
              </a:ext>
            </a:extLst>
          </p:cNvPr>
          <p:cNvPicPr>
            <a:picLocks noChangeAspect="1"/>
          </p:cNvPicPr>
          <p:nvPr/>
        </p:nvPicPr>
        <p:blipFill>
          <a:blip r:embed="rId3"/>
          <a:stretch>
            <a:fillRect/>
          </a:stretch>
        </p:blipFill>
        <p:spPr>
          <a:xfrm>
            <a:off x="690387" y="1330268"/>
            <a:ext cx="8196782" cy="4495800"/>
          </a:xfrm>
          <a:prstGeom prst="rect">
            <a:avLst/>
          </a:prstGeom>
          <a:noFill/>
          <a:ln>
            <a:noFill/>
          </a:ln>
        </p:spPr>
      </p:pic>
    </p:spTree>
    <p:extLst>
      <p:ext uri="{BB962C8B-B14F-4D97-AF65-F5344CB8AC3E}">
        <p14:creationId xmlns:p14="http://schemas.microsoft.com/office/powerpoint/2010/main" val="28783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C76EF-AE49-B72B-196C-5CF28CEB7130}"/>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1471AF23-313A-CB7F-B5EC-FBAC1D570D2B}"/>
              </a:ext>
            </a:extLst>
          </p:cNvPr>
          <p:cNvSpPr>
            <a:spLocks noGrp="1"/>
          </p:cNvSpPr>
          <p:nvPr>
            <p:ph type="sldNum" idx="12"/>
          </p:nvPr>
        </p:nvSpPr>
        <p:spPr/>
        <p:txBody>
          <a:bodyPr/>
          <a:lstStyle/>
          <a:p>
            <a:fld id="{00000000-1234-1234-1234-123412341234}" type="slidenum">
              <a:rPr lang="fr-FR" smtClean="0"/>
              <a:pPr/>
              <a:t>35</a:t>
            </a:fld>
            <a:endParaRPr lang="fr-FR"/>
          </a:p>
        </p:txBody>
      </p:sp>
      <p:sp>
        <p:nvSpPr>
          <p:cNvPr id="47" name="Rectangle 46">
            <a:extLst>
              <a:ext uri="{FF2B5EF4-FFF2-40B4-BE49-F238E27FC236}">
                <a16:creationId xmlns:a16="http://schemas.microsoft.com/office/drawing/2014/main" id="{B8184F4D-4299-1AC4-F8BF-840DEE0B869E}"/>
              </a:ext>
            </a:extLst>
          </p:cNvPr>
          <p:cNvSpPr/>
          <p:nvPr/>
        </p:nvSpPr>
        <p:spPr>
          <a:xfrm>
            <a:off x="151402" y="29905"/>
            <a:ext cx="3288080" cy="461665"/>
          </a:xfrm>
          <a:prstGeom prst="rect">
            <a:avLst/>
          </a:prstGeom>
        </p:spPr>
        <p:txBody>
          <a:bodyPr wrap="none">
            <a:spAutoFit/>
          </a:bodyPr>
          <a:lstStyle/>
          <a:p>
            <a:r>
              <a:rPr lang="fr-FR" sz="2400" b="1" dirty="0">
                <a:solidFill>
                  <a:schemeClr val="lt1"/>
                </a:solidFill>
                <a:latin typeface="Gill Sans"/>
              </a:rPr>
              <a:t>C</a:t>
            </a:r>
            <a:r>
              <a:rPr lang="en-US" sz="2400" b="1" dirty="0" err="1">
                <a:solidFill>
                  <a:schemeClr val="lt1"/>
                </a:solidFill>
                <a:latin typeface="Gill Sans"/>
              </a:rPr>
              <a:t>réation</a:t>
            </a:r>
            <a:r>
              <a:rPr lang="en-US" sz="2400" b="1" dirty="0">
                <a:solidFill>
                  <a:schemeClr val="lt1"/>
                </a:solidFill>
                <a:latin typeface="Gill Sans"/>
              </a:rPr>
              <a:t> de </a:t>
            </a:r>
            <a:r>
              <a:rPr lang="en-US" sz="2400" b="1" dirty="0" err="1">
                <a:solidFill>
                  <a:schemeClr val="lt1"/>
                </a:solidFill>
                <a:latin typeface="Gill Sans"/>
              </a:rPr>
              <a:t>séquence</a:t>
            </a:r>
            <a:endParaRPr lang="fr-FR" dirty="0"/>
          </a:p>
        </p:txBody>
      </p:sp>
      <p:sp>
        <p:nvSpPr>
          <p:cNvPr id="4" name="ZoneTexte 3">
            <a:extLst>
              <a:ext uri="{FF2B5EF4-FFF2-40B4-BE49-F238E27FC236}">
                <a16:creationId xmlns:a16="http://schemas.microsoft.com/office/drawing/2014/main" id="{764DB4C2-8EA8-01F7-240F-AD04D4B393CD}"/>
              </a:ext>
            </a:extLst>
          </p:cNvPr>
          <p:cNvSpPr txBox="1"/>
          <p:nvPr/>
        </p:nvSpPr>
        <p:spPr>
          <a:xfrm>
            <a:off x="438242" y="891178"/>
            <a:ext cx="8449726" cy="584775"/>
          </a:xfrm>
          <a:prstGeom prst="rect">
            <a:avLst/>
          </a:prstGeom>
          <a:noFill/>
        </p:spPr>
        <p:txBody>
          <a:bodyPr wrap="square">
            <a:spAutoFit/>
          </a:bodyPr>
          <a:lstStyle/>
          <a:p>
            <a:r>
              <a:rPr lang="fr-FR" sz="1600" b="1" dirty="0">
                <a:solidFill>
                  <a:srgbClr val="A40000"/>
                </a:solidFill>
                <a:latin typeface="Gill Sans" panose="020B0604020202020204" charset="0"/>
              </a:rPr>
              <a:t>Problème1 : </a:t>
            </a:r>
            <a:r>
              <a:rPr lang="fr-FR" sz="1600" dirty="0">
                <a:latin typeface="Gill Sans" panose="020B0604020202020204" charset="0"/>
              </a:rPr>
              <a:t>on est besoin de créer 60 </a:t>
            </a:r>
            <a:r>
              <a:rPr lang="fr-FR" sz="1600" dirty="0" err="1">
                <a:latin typeface="Gill Sans" panose="020B0604020202020204" charset="0"/>
              </a:rPr>
              <a:t>lambertian</a:t>
            </a:r>
            <a:r>
              <a:rPr lang="fr-FR" sz="1600" dirty="0">
                <a:latin typeface="Gill Sans" panose="020B0604020202020204" charset="0"/>
              </a:rPr>
              <a:t> </a:t>
            </a:r>
            <a:r>
              <a:rPr lang="fr-FR" sz="1600" dirty="0" err="1">
                <a:latin typeface="Gill Sans" panose="020B0604020202020204" charset="0"/>
              </a:rPr>
              <a:t>Leaf</a:t>
            </a:r>
            <a:r>
              <a:rPr lang="fr-FR" sz="1600" dirty="0">
                <a:latin typeface="Gill Sans" panose="020B0604020202020204" charset="0"/>
              </a:rPr>
              <a:t> manuellement </a:t>
            </a:r>
            <a:r>
              <a:rPr lang="fr-FR" sz="1600" u="sng" dirty="0">
                <a:latin typeface="Gill Sans" panose="020B0604020202020204" charset="0"/>
              </a:rPr>
              <a:t>dans l’interface utilisateur DART </a:t>
            </a:r>
            <a:r>
              <a:rPr lang="fr-FR" sz="1600" dirty="0">
                <a:latin typeface="Gill Sans" panose="020B0604020202020204" charset="0"/>
              </a:rPr>
              <a:t>car on va attribuer a chaque feuille d’une façon aléatoire ces </a:t>
            </a:r>
            <a:r>
              <a:rPr lang="fr-FR" sz="1600" dirty="0" err="1">
                <a:latin typeface="Gill Sans" panose="020B0604020202020204" charset="0"/>
              </a:rPr>
              <a:t>propes</a:t>
            </a:r>
            <a:r>
              <a:rPr lang="fr-FR" sz="1600" dirty="0">
                <a:latin typeface="Gill Sans" panose="020B0604020202020204" charset="0"/>
              </a:rPr>
              <a:t> valeurs : cab et </a:t>
            </a:r>
            <a:r>
              <a:rPr lang="fr-FR" sz="1600" dirty="0" err="1">
                <a:latin typeface="Gill Sans" panose="020B0604020202020204" charset="0"/>
              </a:rPr>
              <a:t>cw</a:t>
            </a:r>
            <a:r>
              <a:rPr lang="fr-FR" sz="1600" dirty="0">
                <a:latin typeface="Gill Sans" panose="020B0604020202020204" charset="0"/>
              </a:rPr>
              <a:t> </a:t>
            </a: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466C0C50-F995-F771-7E2D-EFEC5B96C084}"/>
              </a:ext>
            </a:extLst>
          </p:cNvPr>
          <p:cNvPicPr>
            <a:picLocks noChangeAspect="1"/>
          </p:cNvPicPr>
          <p:nvPr/>
        </p:nvPicPr>
        <p:blipFill>
          <a:blip r:embed="rId3"/>
          <a:stretch>
            <a:fillRect/>
          </a:stretch>
        </p:blipFill>
        <p:spPr>
          <a:xfrm>
            <a:off x="3236976" y="1893849"/>
            <a:ext cx="2049467" cy="4291477"/>
          </a:xfrm>
          <a:prstGeom prst="rect">
            <a:avLst/>
          </a:prstGeom>
        </p:spPr>
      </p:pic>
    </p:spTree>
    <p:extLst>
      <p:ext uri="{BB962C8B-B14F-4D97-AF65-F5344CB8AC3E}">
        <p14:creationId xmlns:p14="http://schemas.microsoft.com/office/powerpoint/2010/main" val="85957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8A90B-8E6F-B05D-EBF2-45C1F8F4E49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3003A78-5B4C-1954-C120-7FAB1C31C607}"/>
              </a:ext>
            </a:extLst>
          </p:cNvPr>
          <p:cNvSpPr>
            <a:spLocks noGrp="1"/>
          </p:cNvSpPr>
          <p:nvPr>
            <p:ph type="sldNum" idx="12"/>
          </p:nvPr>
        </p:nvSpPr>
        <p:spPr/>
        <p:txBody>
          <a:bodyPr/>
          <a:lstStyle/>
          <a:p>
            <a:fld id="{00000000-1234-1234-1234-123412341234}" type="slidenum">
              <a:rPr lang="fr-FR" smtClean="0"/>
              <a:pPr/>
              <a:t>36</a:t>
            </a:fld>
            <a:endParaRPr lang="fr-FR"/>
          </a:p>
        </p:txBody>
      </p:sp>
      <p:sp>
        <p:nvSpPr>
          <p:cNvPr id="47" name="Rectangle 46">
            <a:extLst>
              <a:ext uri="{FF2B5EF4-FFF2-40B4-BE49-F238E27FC236}">
                <a16:creationId xmlns:a16="http://schemas.microsoft.com/office/drawing/2014/main" id="{C0BB7807-92CE-B3A1-96B6-37F2CDAD18FE}"/>
              </a:ext>
            </a:extLst>
          </p:cNvPr>
          <p:cNvSpPr/>
          <p:nvPr/>
        </p:nvSpPr>
        <p:spPr>
          <a:xfrm>
            <a:off x="151402" y="29905"/>
            <a:ext cx="3288080" cy="461665"/>
          </a:xfrm>
          <a:prstGeom prst="rect">
            <a:avLst/>
          </a:prstGeom>
        </p:spPr>
        <p:txBody>
          <a:bodyPr wrap="none">
            <a:spAutoFit/>
          </a:bodyPr>
          <a:lstStyle/>
          <a:p>
            <a:r>
              <a:rPr lang="fr-FR" sz="2400" b="1" dirty="0">
                <a:solidFill>
                  <a:schemeClr val="lt1"/>
                </a:solidFill>
                <a:latin typeface="Gill Sans"/>
              </a:rPr>
              <a:t>C</a:t>
            </a:r>
            <a:r>
              <a:rPr lang="en-US" sz="2400" b="1" dirty="0" err="1">
                <a:solidFill>
                  <a:schemeClr val="lt1"/>
                </a:solidFill>
                <a:latin typeface="Gill Sans"/>
              </a:rPr>
              <a:t>réation</a:t>
            </a:r>
            <a:r>
              <a:rPr lang="en-US" sz="2400" b="1" dirty="0">
                <a:solidFill>
                  <a:schemeClr val="lt1"/>
                </a:solidFill>
                <a:latin typeface="Gill Sans"/>
              </a:rPr>
              <a:t> de </a:t>
            </a:r>
            <a:r>
              <a:rPr lang="en-US" sz="2400" b="1" dirty="0" err="1">
                <a:solidFill>
                  <a:schemeClr val="lt1"/>
                </a:solidFill>
                <a:latin typeface="Gill Sans"/>
              </a:rPr>
              <a:t>séquence</a:t>
            </a:r>
            <a:endParaRPr lang="fr-FR" dirty="0"/>
          </a:p>
        </p:txBody>
      </p:sp>
      <p:pic>
        <p:nvPicPr>
          <p:cNvPr id="2" name="Image 1">
            <a:extLst>
              <a:ext uri="{FF2B5EF4-FFF2-40B4-BE49-F238E27FC236}">
                <a16:creationId xmlns:a16="http://schemas.microsoft.com/office/drawing/2014/main" id="{AB7655F1-D743-86F4-BE68-8880D7A7BEEC}"/>
              </a:ext>
            </a:extLst>
          </p:cNvPr>
          <p:cNvPicPr>
            <a:picLocks noChangeAspect="1"/>
          </p:cNvPicPr>
          <p:nvPr/>
        </p:nvPicPr>
        <p:blipFill>
          <a:blip r:embed="rId3"/>
          <a:stretch>
            <a:fillRect/>
          </a:stretch>
        </p:blipFill>
        <p:spPr>
          <a:xfrm>
            <a:off x="145476" y="808463"/>
            <a:ext cx="2067213" cy="2867425"/>
          </a:xfrm>
          <a:prstGeom prst="rect">
            <a:avLst/>
          </a:prstGeom>
        </p:spPr>
      </p:pic>
      <p:pic>
        <p:nvPicPr>
          <p:cNvPr id="6" name="Image 5">
            <a:extLst>
              <a:ext uri="{FF2B5EF4-FFF2-40B4-BE49-F238E27FC236}">
                <a16:creationId xmlns:a16="http://schemas.microsoft.com/office/drawing/2014/main" id="{8D89D1F0-FF1A-64D1-CA5D-93CFB3249089}"/>
              </a:ext>
            </a:extLst>
          </p:cNvPr>
          <p:cNvPicPr>
            <a:picLocks noChangeAspect="1"/>
          </p:cNvPicPr>
          <p:nvPr/>
        </p:nvPicPr>
        <p:blipFill>
          <a:blip r:embed="rId4"/>
          <a:stretch>
            <a:fillRect/>
          </a:stretch>
        </p:blipFill>
        <p:spPr>
          <a:xfrm>
            <a:off x="2323786" y="1985761"/>
            <a:ext cx="2248214" cy="2886478"/>
          </a:xfrm>
          <a:prstGeom prst="rect">
            <a:avLst/>
          </a:prstGeom>
        </p:spPr>
      </p:pic>
      <p:pic>
        <p:nvPicPr>
          <p:cNvPr id="7" name="Image 6">
            <a:extLst>
              <a:ext uri="{FF2B5EF4-FFF2-40B4-BE49-F238E27FC236}">
                <a16:creationId xmlns:a16="http://schemas.microsoft.com/office/drawing/2014/main" id="{79A3080D-CC8A-44F8-4730-634E1C5D5845}"/>
              </a:ext>
            </a:extLst>
          </p:cNvPr>
          <p:cNvPicPr>
            <a:picLocks noChangeAspect="1"/>
          </p:cNvPicPr>
          <p:nvPr/>
        </p:nvPicPr>
        <p:blipFill>
          <a:blip r:embed="rId5"/>
          <a:stretch>
            <a:fillRect/>
          </a:stretch>
        </p:blipFill>
        <p:spPr>
          <a:xfrm>
            <a:off x="4673346" y="2989474"/>
            <a:ext cx="4470654" cy="3036041"/>
          </a:xfrm>
          <a:prstGeom prst="rect">
            <a:avLst/>
          </a:prstGeom>
        </p:spPr>
      </p:pic>
      <p:sp>
        <p:nvSpPr>
          <p:cNvPr id="8" name="Rectangle 7">
            <a:extLst>
              <a:ext uri="{FF2B5EF4-FFF2-40B4-BE49-F238E27FC236}">
                <a16:creationId xmlns:a16="http://schemas.microsoft.com/office/drawing/2014/main" id="{734E33F5-E8C6-210E-55A7-D51DA650E764}"/>
              </a:ext>
            </a:extLst>
          </p:cNvPr>
          <p:cNvSpPr/>
          <p:nvPr/>
        </p:nvSpPr>
        <p:spPr>
          <a:xfrm>
            <a:off x="145475" y="3395726"/>
            <a:ext cx="2067213" cy="271017"/>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id="{E824EF2F-6C0C-A599-91DD-CB208ED59377}"/>
              </a:ext>
            </a:extLst>
          </p:cNvPr>
          <p:cNvSpPr/>
          <p:nvPr/>
        </p:nvSpPr>
        <p:spPr>
          <a:xfrm>
            <a:off x="2712199" y="2542032"/>
            <a:ext cx="1454565" cy="198119"/>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CAF554CA-B0E5-6159-88AE-EE5EFBC7F315}"/>
              </a:ext>
            </a:extLst>
          </p:cNvPr>
          <p:cNvSpPr/>
          <p:nvPr/>
        </p:nvSpPr>
        <p:spPr>
          <a:xfrm>
            <a:off x="5208203" y="5788152"/>
            <a:ext cx="470221" cy="143255"/>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351516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9C97C-791F-6C49-1768-B946F48B0C8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EFEA363-1136-3B5D-830D-D45C8C2A8E42}"/>
              </a:ext>
            </a:extLst>
          </p:cNvPr>
          <p:cNvSpPr>
            <a:spLocks noGrp="1"/>
          </p:cNvSpPr>
          <p:nvPr>
            <p:ph type="sldNum" idx="12"/>
          </p:nvPr>
        </p:nvSpPr>
        <p:spPr/>
        <p:txBody>
          <a:bodyPr/>
          <a:lstStyle/>
          <a:p>
            <a:fld id="{00000000-1234-1234-1234-123412341234}" type="slidenum">
              <a:rPr lang="fr-FR" smtClean="0"/>
              <a:pPr/>
              <a:t>37</a:t>
            </a:fld>
            <a:endParaRPr lang="fr-FR"/>
          </a:p>
        </p:txBody>
      </p:sp>
      <p:sp>
        <p:nvSpPr>
          <p:cNvPr id="47" name="Rectangle 46">
            <a:extLst>
              <a:ext uri="{FF2B5EF4-FFF2-40B4-BE49-F238E27FC236}">
                <a16:creationId xmlns:a16="http://schemas.microsoft.com/office/drawing/2014/main" id="{8CF80BB8-C179-A262-3735-17C105D99F1A}"/>
              </a:ext>
            </a:extLst>
          </p:cNvPr>
          <p:cNvSpPr/>
          <p:nvPr/>
        </p:nvSpPr>
        <p:spPr>
          <a:xfrm>
            <a:off x="151402" y="29905"/>
            <a:ext cx="3288080" cy="461665"/>
          </a:xfrm>
          <a:prstGeom prst="rect">
            <a:avLst/>
          </a:prstGeom>
        </p:spPr>
        <p:txBody>
          <a:bodyPr wrap="none">
            <a:spAutoFit/>
          </a:bodyPr>
          <a:lstStyle/>
          <a:p>
            <a:r>
              <a:rPr lang="fr-FR" sz="2400" b="1" dirty="0">
                <a:solidFill>
                  <a:schemeClr val="lt1"/>
                </a:solidFill>
                <a:latin typeface="Gill Sans"/>
              </a:rPr>
              <a:t>C</a:t>
            </a:r>
            <a:r>
              <a:rPr lang="en-US" sz="2400" b="1" dirty="0" err="1">
                <a:solidFill>
                  <a:schemeClr val="lt1"/>
                </a:solidFill>
                <a:latin typeface="Gill Sans"/>
              </a:rPr>
              <a:t>réation</a:t>
            </a:r>
            <a:r>
              <a:rPr lang="en-US" sz="2400" b="1" dirty="0">
                <a:solidFill>
                  <a:schemeClr val="lt1"/>
                </a:solidFill>
                <a:latin typeface="Gill Sans"/>
              </a:rPr>
              <a:t> de </a:t>
            </a:r>
            <a:r>
              <a:rPr lang="en-US" sz="2400" b="1" dirty="0" err="1">
                <a:solidFill>
                  <a:schemeClr val="lt1"/>
                </a:solidFill>
                <a:latin typeface="Gill Sans"/>
              </a:rPr>
              <a:t>séquence</a:t>
            </a:r>
            <a:endParaRPr lang="fr-FR" dirty="0"/>
          </a:p>
        </p:txBody>
      </p:sp>
      <p:pic>
        <p:nvPicPr>
          <p:cNvPr id="4" name="Image 3">
            <a:extLst>
              <a:ext uri="{FF2B5EF4-FFF2-40B4-BE49-F238E27FC236}">
                <a16:creationId xmlns:a16="http://schemas.microsoft.com/office/drawing/2014/main" id="{ADB9B46F-B915-2EBB-834A-F2D6D77F012D}"/>
              </a:ext>
            </a:extLst>
          </p:cNvPr>
          <p:cNvPicPr>
            <a:picLocks noChangeAspect="1"/>
          </p:cNvPicPr>
          <p:nvPr/>
        </p:nvPicPr>
        <p:blipFill>
          <a:blip r:embed="rId3"/>
          <a:stretch>
            <a:fillRect/>
          </a:stretch>
        </p:blipFill>
        <p:spPr>
          <a:xfrm>
            <a:off x="296893" y="1161922"/>
            <a:ext cx="8711703" cy="3735701"/>
          </a:xfrm>
          <a:prstGeom prst="rect">
            <a:avLst/>
          </a:prstGeom>
        </p:spPr>
      </p:pic>
      <p:sp>
        <p:nvSpPr>
          <p:cNvPr id="5" name="Rectangle 4">
            <a:extLst>
              <a:ext uri="{FF2B5EF4-FFF2-40B4-BE49-F238E27FC236}">
                <a16:creationId xmlns:a16="http://schemas.microsoft.com/office/drawing/2014/main" id="{7814F016-5FBD-9496-3427-4D0BB6205775}"/>
              </a:ext>
            </a:extLst>
          </p:cNvPr>
          <p:cNvSpPr/>
          <p:nvPr/>
        </p:nvSpPr>
        <p:spPr>
          <a:xfrm>
            <a:off x="956243" y="1499616"/>
            <a:ext cx="470221" cy="143255"/>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8">
            <a:extLst>
              <a:ext uri="{FF2B5EF4-FFF2-40B4-BE49-F238E27FC236}">
                <a16:creationId xmlns:a16="http://schemas.microsoft.com/office/drawing/2014/main" id="{B3ED2D56-3D86-BF7B-54A4-D9F1391542FC}"/>
              </a:ext>
            </a:extLst>
          </p:cNvPr>
          <p:cNvSpPr/>
          <p:nvPr/>
        </p:nvSpPr>
        <p:spPr>
          <a:xfrm>
            <a:off x="5939723" y="2560320"/>
            <a:ext cx="653101" cy="97535"/>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11">
            <a:extLst>
              <a:ext uri="{FF2B5EF4-FFF2-40B4-BE49-F238E27FC236}">
                <a16:creationId xmlns:a16="http://schemas.microsoft.com/office/drawing/2014/main" id="{4A6C51AB-E9DB-D4E3-350F-B39DA2057D98}"/>
              </a:ext>
            </a:extLst>
          </p:cNvPr>
          <p:cNvSpPr/>
          <p:nvPr/>
        </p:nvSpPr>
        <p:spPr>
          <a:xfrm>
            <a:off x="5939723" y="3099814"/>
            <a:ext cx="1284037" cy="97535"/>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ZoneTexte 12">
            <a:extLst>
              <a:ext uri="{FF2B5EF4-FFF2-40B4-BE49-F238E27FC236}">
                <a16:creationId xmlns:a16="http://schemas.microsoft.com/office/drawing/2014/main" id="{BD52927D-E677-CAD2-5267-A2BD04DCE698}"/>
              </a:ext>
            </a:extLst>
          </p:cNvPr>
          <p:cNvSpPr txBox="1"/>
          <p:nvPr/>
        </p:nvSpPr>
        <p:spPr>
          <a:xfrm>
            <a:off x="1031385" y="5457710"/>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Problème 2: </a:t>
            </a:r>
            <a:r>
              <a:rPr lang="fr-FR" sz="1600" dirty="0">
                <a:latin typeface="Gill Sans" panose="020B0604020202020204" charset="0"/>
              </a:rPr>
              <a:t>Il faut répéter N fois ces deux étapes pour tous feuilles </a:t>
            </a:r>
            <a:endParaRPr lang="en-US" sz="1600" b="1" dirty="0">
              <a:solidFill>
                <a:schemeClr val="tx1"/>
              </a:solidFill>
              <a:latin typeface="Gill Sans" panose="020B0604020202020204" charset="0"/>
            </a:endParaRPr>
          </a:p>
        </p:txBody>
      </p:sp>
    </p:spTree>
    <p:extLst>
      <p:ext uri="{BB962C8B-B14F-4D97-AF65-F5344CB8AC3E}">
        <p14:creationId xmlns:p14="http://schemas.microsoft.com/office/powerpoint/2010/main" val="380986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2" grpId="0" animBg="1"/>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77146-F3C9-0D81-1B00-3516F3E837BF}"/>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5DAC8CE-E239-153D-7230-9282D69BA544}"/>
              </a:ext>
            </a:extLst>
          </p:cNvPr>
          <p:cNvSpPr>
            <a:spLocks noGrp="1"/>
          </p:cNvSpPr>
          <p:nvPr>
            <p:ph type="sldNum" idx="12"/>
          </p:nvPr>
        </p:nvSpPr>
        <p:spPr/>
        <p:txBody>
          <a:bodyPr/>
          <a:lstStyle/>
          <a:p>
            <a:fld id="{00000000-1234-1234-1234-123412341234}" type="slidenum">
              <a:rPr lang="fr-FR" smtClean="0"/>
              <a:pPr/>
              <a:t>38</a:t>
            </a:fld>
            <a:endParaRPr lang="fr-FR"/>
          </a:p>
        </p:txBody>
      </p:sp>
      <p:sp>
        <p:nvSpPr>
          <p:cNvPr id="47" name="Rectangle 46">
            <a:extLst>
              <a:ext uri="{FF2B5EF4-FFF2-40B4-BE49-F238E27FC236}">
                <a16:creationId xmlns:a16="http://schemas.microsoft.com/office/drawing/2014/main" id="{AA1675FC-4273-CB37-B8B3-08B4C9FE3B19}"/>
              </a:ext>
            </a:extLst>
          </p:cNvPr>
          <p:cNvSpPr/>
          <p:nvPr/>
        </p:nvSpPr>
        <p:spPr>
          <a:xfrm>
            <a:off x="151402" y="29905"/>
            <a:ext cx="3288080" cy="461665"/>
          </a:xfrm>
          <a:prstGeom prst="rect">
            <a:avLst/>
          </a:prstGeom>
        </p:spPr>
        <p:txBody>
          <a:bodyPr wrap="none">
            <a:spAutoFit/>
          </a:bodyPr>
          <a:lstStyle/>
          <a:p>
            <a:r>
              <a:rPr lang="fr-FR" sz="2400" b="1" dirty="0">
                <a:solidFill>
                  <a:schemeClr val="lt1"/>
                </a:solidFill>
                <a:latin typeface="Gill Sans"/>
              </a:rPr>
              <a:t>C</a:t>
            </a:r>
            <a:r>
              <a:rPr lang="en-US" sz="2400" b="1" dirty="0" err="1">
                <a:solidFill>
                  <a:schemeClr val="lt1"/>
                </a:solidFill>
                <a:latin typeface="Gill Sans"/>
              </a:rPr>
              <a:t>réation</a:t>
            </a:r>
            <a:r>
              <a:rPr lang="en-US" sz="2400" b="1" dirty="0">
                <a:solidFill>
                  <a:schemeClr val="lt1"/>
                </a:solidFill>
                <a:latin typeface="Gill Sans"/>
              </a:rPr>
              <a:t> de </a:t>
            </a:r>
            <a:r>
              <a:rPr lang="en-US" sz="2400" b="1" dirty="0" err="1">
                <a:solidFill>
                  <a:schemeClr val="lt1"/>
                </a:solidFill>
                <a:latin typeface="Gill Sans"/>
              </a:rPr>
              <a:t>séquence</a:t>
            </a:r>
            <a:endParaRPr lang="fr-FR" dirty="0"/>
          </a:p>
        </p:txBody>
      </p:sp>
      <p:pic>
        <p:nvPicPr>
          <p:cNvPr id="2" name="Image 1">
            <a:extLst>
              <a:ext uri="{FF2B5EF4-FFF2-40B4-BE49-F238E27FC236}">
                <a16:creationId xmlns:a16="http://schemas.microsoft.com/office/drawing/2014/main" id="{CBE6921E-7240-E1AF-4D8B-047A2A4B58FD}"/>
              </a:ext>
            </a:extLst>
          </p:cNvPr>
          <p:cNvPicPr>
            <a:picLocks noChangeAspect="1"/>
          </p:cNvPicPr>
          <p:nvPr/>
        </p:nvPicPr>
        <p:blipFill>
          <a:blip r:embed="rId3"/>
          <a:stretch>
            <a:fillRect/>
          </a:stretch>
        </p:blipFill>
        <p:spPr>
          <a:xfrm>
            <a:off x="151402" y="722811"/>
            <a:ext cx="3004058" cy="2082291"/>
          </a:xfrm>
          <a:prstGeom prst="rect">
            <a:avLst/>
          </a:prstGeom>
        </p:spPr>
      </p:pic>
      <p:pic>
        <p:nvPicPr>
          <p:cNvPr id="6" name="Image 5">
            <a:extLst>
              <a:ext uri="{FF2B5EF4-FFF2-40B4-BE49-F238E27FC236}">
                <a16:creationId xmlns:a16="http://schemas.microsoft.com/office/drawing/2014/main" id="{D6F00735-54DF-0613-A494-6E31321B3568}"/>
              </a:ext>
            </a:extLst>
          </p:cNvPr>
          <p:cNvPicPr>
            <a:picLocks noChangeAspect="1"/>
          </p:cNvPicPr>
          <p:nvPr/>
        </p:nvPicPr>
        <p:blipFill>
          <a:blip r:embed="rId4"/>
          <a:stretch>
            <a:fillRect/>
          </a:stretch>
        </p:blipFill>
        <p:spPr>
          <a:xfrm>
            <a:off x="3243693" y="1616891"/>
            <a:ext cx="2078378" cy="2733330"/>
          </a:xfrm>
          <a:prstGeom prst="rect">
            <a:avLst/>
          </a:prstGeom>
        </p:spPr>
      </p:pic>
      <p:pic>
        <p:nvPicPr>
          <p:cNvPr id="7" name="Image 6">
            <a:extLst>
              <a:ext uri="{FF2B5EF4-FFF2-40B4-BE49-F238E27FC236}">
                <a16:creationId xmlns:a16="http://schemas.microsoft.com/office/drawing/2014/main" id="{637634C5-63E8-85E6-B499-0A430C478AFE}"/>
              </a:ext>
            </a:extLst>
          </p:cNvPr>
          <p:cNvPicPr>
            <a:picLocks noChangeAspect="1"/>
          </p:cNvPicPr>
          <p:nvPr/>
        </p:nvPicPr>
        <p:blipFill>
          <a:blip r:embed="rId5"/>
          <a:stretch>
            <a:fillRect/>
          </a:stretch>
        </p:blipFill>
        <p:spPr>
          <a:xfrm>
            <a:off x="4861119" y="4005389"/>
            <a:ext cx="3802715" cy="2533525"/>
          </a:xfrm>
          <a:prstGeom prst="rect">
            <a:avLst/>
          </a:prstGeom>
        </p:spPr>
      </p:pic>
      <p:sp>
        <p:nvSpPr>
          <p:cNvPr id="8" name="Rectangle 7">
            <a:extLst>
              <a:ext uri="{FF2B5EF4-FFF2-40B4-BE49-F238E27FC236}">
                <a16:creationId xmlns:a16="http://schemas.microsoft.com/office/drawing/2014/main" id="{C1201E89-8D6F-EBD3-F5D4-D966D9B3D8E7}"/>
              </a:ext>
            </a:extLst>
          </p:cNvPr>
          <p:cNvSpPr/>
          <p:nvPr/>
        </p:nvSpPr>
        <p:spPr>
          <a:xfrm>
            <a:off x="5460751" y="5364481"/>
            <a:ext cx="704918" cy="157624"/>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id="{D8B94A7F-FE2D-42B1-0F07-669CD9983298}"/>
              </a:ext>
            </a:extLst>
          </p:cNvPr>
          <p:cNvSpPr/>
          <p:nvPr/>
        </p:nvSpPr>
        <p:spPr>
          <a:xfrm>
            <a:off x="3501323" y="2911928"/>
            <a:ext cx="1462563" cy="197032"/>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114CD6E6-E612-9A58-B2C8-DA5B13E4FD29}"/>
              </a:ext>
            </a:extLst>
          </p:cNvPr>
          <p:cNvSpPr/>
          <p:nvPr/>
        </p:nvSpPr>
        <p:spPr>
          <a:xfrm>
            <a:off x="2394857" y="2600816"/>
            <a:ext cx="409739" cy="13367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78314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3123F-FA95-F13D-3935-04D3DD62084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D55CF22-3D39-4042-D276-22DAA48A483E}"/>
              </a:ext>
            </a:extLst>
          </p:cNvPr>
          <p:cNvSpPr>
            <a:spLocks noGrp="1"/>
          </p:cNvSpPr>
          <p:nvPr>
            <p:ph type="sldNum" idx="12"/>
          </p:nvPr>
        </p:nvSpPr>
        <p:spPr/>
        <p:txBody>
          <a:bodyPr/>
          <a:lstStyle/>
          <a:p>
            <a:fld id="{00000000-1234-1234-1234-123412341234}" type="slidenum">
              <a:rPr lang="fr-FR" smtClean="0"/>
              <a:pPr/>
              <a:t>39</a:t>
            </a:fld>
            <a:endParaRPr lang="fr-FR"/>
          </a:p>
        </p:txBody>
      </p:sp>
      <p:sp>
        <p:nvSpPr>
          <p:cNvPr id="47" name="Rectangle 46">
            <a:extLst>
              <a:ext uri="{FF2B5EF4-FFF2-40B4-BE49-F238E27FC236}">
                <a16:creationId xmlns:a16="http://schemas.microsoft.com/office/drawing/2014/main" id="{4E5B8DAD-7371-7345-9B89-F1F8A8C76A4A}"/>
              </a:ext>
            </a:extLst>
          </p:cNvPr>
          <p:cNvSpPr/>
          <p:nvPr/>
        </p:nvSpPr>
        <p:spPr>
          <a:xfrm>
            <a:off x="151402" y="29905"/>
            <a:ext cx="3288080" cy="461665"/>
          </a:xfrm>
          <a:prstGeom prst="rect">
            <a:avLst/>
          </a:prstGeom>
        </p:spPr>
        <p:txBody>
          <a:bodyPr wrap="none">
            <a:spAutoFit/>
          </a:bodyPr>
          <a:lstStyle/>
          <a:p>
            <a:r>
              <a:rPr lang="fr-FR" sz="2400" b="1" dirty="0">
                <a:solidFill>
                  <a:schemeClr val="lt1"/>
                </a:solidFill>
                <a:latin typeface="Gill Sans"/>
              </a:rPr>
              <a:t>C</a:t>
            </a:r>
            <a:r>
              <a:rPr lang="en-US" sz="2400" b="1" dirty="0" err="1">
                <a:solidFill>
                  <a:schemeClr val="lt1"/>
                </a:solidFill>
                <a:latin typeface="Gill Sans"/>
              </a:rPr>
              <a:t>réation</a:t>
            </a:r>
            <a:r>
              <a:rPr lang="en-US" sz="2400" b="1" dirty="0">
                <a:solidFill>
                  <a:schemeClr val="lt1"/>
                </a:solidFill>
                <a:latin typeface="Gill Sans"/>
              </a:rPr>
              <a:t> de </a:t>
            </a:r>
            <a:r>
              <a:rPr lang="en-US" sz="2400" b="1" dirty="0" err="1">
                <a:solidFill>
                  <a:schemeClr val="lt1"/>
                </a:solidFill>
                <a:latin typeface="Gill Sans"/>
              </a:rPr>
              <a:t>séquence</a:t>
            </a:r>
            <a:endParaRPr lang="fr-FR" dirty="0"/>
          </a:p>
        </p:txBody>
      </p:sp>
      <p:pic>
        <p:nvPicPr>
          <p:cNvPr id="4" name="Image 3">
            <a:extLst>
              <a:ext uri="{FF2B5EF4-FFF2-40B4-BE49-F238E27FC236}">
                <a16:creationId xmlns:a16="http://schemas.microsoft.com/office/drawing/2014/main" id="{D4F6C97A-543C-FA94-6EA4-668118BC1111}"/>
              </a:ext>
            </a:extLst>
          </p:cNvPr>
          <p:cNvPicPr>
            <a:picLocks noChangeAspect="1"/>
          </p:cNvPicPr>
          <p:nvPr/>
        </p:nvPicPr>
        <p:blipFill>
          <a:blip r:embed="rId3"/>
          <a:stretch>
            <a:fillRect/>
          </a:stretch>
        </p:blipFill>
        <p:spPr>
          <a:xfrm>
            <a:off x="904155" y="983695"/>
            <a:ext cx="6582495" cy="1320336"/>
          </a:xfrm>
          <a:prstGeom prst="rect">
            <a:avLst/>
          </a:prstGeom>
        </p:spPr>
      </p:pic>
      <p:pic>
        <p:nvPicPr>
          <p:cNvPr id="5" name="Image 4">
            <a:extLst>
              <a:ext uri="{FF2B5EF4-FFF2-40B4-BE49-F238E27FC236}">
                <a16:creationId xmlns:a16="http://schemas.microsoft.com/office/drawing/2014/main" id="{B4A9811B-2D5F-1FB6-2D4B-B37D1C260012}"/>
              </a:ext>
            </a:extLst>
          </p:cNvPr>
          <p:cNvPicPr>
            <a:picLocks noChangeAspect="1"/>
          </p:cNvPicPr>
          <p:nvPr/>
        </p:nvPicPr>
        <p:blipFill>
          <a:blip r:embed="rId4"/>
          <a:stretch>
            <a:fillRect/>
          </a:stretch>
        </p:blipFill>
        <p:spPr>
          <a:xfrm>
            <a:off x="156110" y="2638586"/>
            <a:ext cx="4415890" cy="2995644"/>
          </a:xfrm>
          <a:prstGeom prst="rect">
            <a:avLst/>
          </a:prstGeom>
        </p:spPr>
      </p:pic>
      <p:pic>
        <p:nvPicPr>
          <p:cNvPr id="9" name="Image 8">
            <a:extLst>
              <a:ext uri="{FF2B5EF4-FFF2-40B4-BE49-F238E27FC236}">
                <a16:creationId xmlns:a16="http://schemas.microsoft.com/office/drawing/2014/main" id="{277334C3-54BD-3B35-765D-55728FD018C1}"/>
              </a:ext>
            </a:extLst>
          </p:cNvPr>
          <p:cNvPicPr>
            <a:picLocks noChangeAspect="1"/>
          </p:cNvPicPr>
          <p:nvPr/>
        </p:nvPicPr>
        <p:blipFill>
          <a:blip r:embed="rId5"/>
          <a:stretch>
            <a:fillRect/>
          </a:stretch>
        </p:blipFill>
        <p:spPr>
          <a:xfrm>
            <a:off x="4273297" y="2638586"/>
            <a:ext cx="4805424" cy="2661089"/>
          </a:xfrm>
          <a:prstGeom prst="rect">
            <a:avLst/>
          </a:prstGeom>
        </p:spPr>
      </p:pic>
      <p:sp>
        <p:nvSpPr>
          <p:cNvPr id="12" name="Title 1">
            <a:extLst>
              <a:ext uri="{FF2B5EF4-FFF2-40B4-BE49-F238E27FC236}">
                <a16:creationId xmlns:a16="http://schemas.microsoft.com/office/drawing/2014/main" id="{43D42A96-4BFA-0BE3-29CD-C21B8B7A0B22}"/>
              </a:ext>
            </a:extLst>
          </p:cNvPr>
          <p:cNvSpPr txBox="1">
            <a:spLocks/>
          </p:cNvSpPr>
          <p:nvPr/>
        </p:nvSpPr>
        <p:spPr>
          <a:xfrm>
            <a:off x="151402" y="491570"/>
            <a:ext cx="9848850" cy="46518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000" b="1" i="0" u="none" strike="noStrike" kern="1200" cap="none" spc="0" normalizeH="0" baseline="0" noProof="0" dirty="0">
                <a:ln>
                  <a:noFill/>
                </a:ln>
                <a:solidFill>
                  <a:srgbClr val="D15A3E">
                    <a:lumMod val="75000"/>
                  </a:srgbClr>
                </a:solidFill>
                <a:effectLst/>
                <a:uLnTx/>
                <a:uFillTx/>
                <a:latin typeface="Arial"/>
                <a:ea typeface="+mj-ea"/>
                <a:cs typeface="+mj-cs"/>
              </a:rPr>
              <a:t>Output de la séquence</a:t>
            </a:r>
            <a:endParaRPr kumimoji="0" lang="en-US" sz="2000" b="1" i="0" u="none" strike="noStrike" kern="1200" cap="none" spc="0" normalizeH="0" baseline="0" noProof="0" dirty="0">
              <a:ln>
                <a:noFill/>
              </a:ln>
              <a:solidFill>
                <a:srgbClr val="D15A3E">
                  <a:lumMod val="75000"/>
                </a:srgbClr>
              </a:solidFill>
              <a:effectLst/>
              <a:uLnTx/>
              <a:uFillTx/>
              <a:latin typeface="Arial"/>
              <a:ea typeface="+mj-ea"/>
              <a:cs typeface="+mj-cs"/>
            </a:endParaRPr>
          </a:p>
        </p:txBody>
      </p:sp>
      <p:sp>
        <p:nvSpPr>
          <p:cNvPr id="13" name="Rectangle 12">
            <a:extLst>
              <a:ext uri="{FF2B5EF4-FFF2-40B4-BE49-F238E27FC236}">
                <a16:creationId xmlns:a16="http://schemas.microsoft.com/office/drawing/2014/main" id="{B125D9B5-D549-8BD8-E200-14A914F491D6}"/>
              </a:ext>
            </a:extLst>
          </p:cNvPr>
          <p:cNvSpPr/>
          <p:nvPr/>
        </p:nvSpPr>
        <p:spPr>
          <a:xfrm>
            <a:off x="901492" y="1884317"/>
            <a:ext cx="1462563" cy="419714"/>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Rectangle 13">
            <a:extLst>
              <a:ext uri="{FF2B5EF4-FFF2-40B4-BE49-F238E27FC236}">
                <a16:creationId xmlns:a16="http://schemas.microsoft.com/office/drawing/2014/main" id="{F8666A7A-8F1A-D2FF-1963-1E88287D69DB}"/>
              </a:ext>
            </a:extLst>
          </p:cNvPr>
          <p:cNvSpPr/>
          <p:nvPr/>
        </p:nvSpPr>
        <p:spPr>
          <a:xfrm>
            <a:off x="170210" y="3133081"/>
            <a:ext cx="2320441" cy="1125409"/>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a:extLst>
              <a:ext uri="{FF2B5EF4-FFF2-40B4-BE49-F238E27FC236}">
                <a16:creationId xmlns:a16="http://schemas.microsoft.com/office/drawing/2014/main" id="{CA8E6C71-9729-8A28-4B3E-2E9C8D2E72C4}"/>
              </a:ext>
            </a:extLst>
          </p:cNvPr>
          <p:cNvSpPr/>
          <p:nvPr/>
        </p:nvSpPr>
        <p:spPr>
          <a:xfrm>
            <a:off x="4273297" y="3034565"/>
            <a:ext cx="1935914" cy="103233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91900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881F6-CD78-351B-900C-775C27EC5AE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8035180-613A-1B71-8A67-855D392D6534}"/>
              </a:ext>
            </a:extLst>
          </p:cNvPr>
          <p:cNvSpPr>
            <a:spLocks noGrp="1"/>
          </p:cNvSpPr>
          <p:nvPr>
            <p:ph type="sldNum" idx="12"/>
          </p:nvPr>
        </p:nvSpPr>
        <p:spPr/>
        <p:txBody>
          <a:bodyPr/>
          <a:lstStyle/>
          <a:p>
            <a:fld id="{00000000-1234-1234-1234-123412341234}" type="slidenum">
              <a:rPr lang="fr-FR" smtClean="0"/>
              <a:pPr/>
              <a:t>40</a:t>
            </a:fld>
            <a:endParaRPr lang="fr-FR"/>
          </a:p>
        </p:txBody>
      </p:sp>
      <p:sp>
        <p:nvSpPr>
          <p:cNvPr id="47" name="Rectangle 46">
            <a:extLst>
              <a:ext uri="{FF2B5EF4-FFF2-40B4-BE49-F238E27FC236}">
                <a16:creationId xmlns:a16="http://schemas.microsoft.com/office/drawing/2014/main" id="{1B06937B-9A0E-50D2-2743-D19F4B0EE622}"/>
              </a:ext>
            </a:extLst>
          </p:cNvPr>
          <p:cNvSpPr/>
          <p:nvPr/>
        </p:nvSpPr>
        <p:spPr>
          <a:xfrm>
            <a:off x="151402" y="29905"/>
            <a:ext cx="3288080" cy="461665"/>
          </a:xfrm>
          <a:prstGeom prst="rect">
            <a:avLst/>
          </a:prstGeom>
        </p:spPr>
        <p:txBody>
          <a:bodyPr wrap="none">
            <a:spAutoFit/>
          </a:bodyPr>
          <a:lstStyle/>
          <a:p>
            <a:r>
              <a:rPr lang="fr-FR" sz="2400" b="1" dirty="0">
                <a:solidFill>
                  <a:schemeClr val="lt1"/>
                </a:solidFill>
                <a:latin typeface="Gill Sans"/>
              </a:rPr>
              <a:t>C</a:t>
            </a:r>
            <a:r>
              <a:rPr lang="en-US" sz="2400" b="1" dirty="0" err="1">
                <a:solidFill>
                  <a:schemeClr val="lt1"/>
                </a:solidFill>
                <a:latin typeface="Gill Sans"/>
              </a:rPr>
              <a:t>réation</a:t>
            </a:r>
            <a:r>
              <a:rPr lang="en-US" sz="2400" b="1" dirty="0">
                <a:solidFill>
                  <a:schemeClr val="lt1"/>
                </a:solidFill>
                <a:latin typeface="Gill Sans"/>
              </a:rPr>
              <a:t> de </a:t>
            </a:r>
            <a:r>
              <a:rPr lang="en-US" sz="2400" b="1" dirty="0" err="1">
                <a:solidFill>
                  <a:schemeClr val="lt1"/>
                </a:solidFill>
                <a:latin typeface="Gill Sans"/>
              </a:rPr>
              <a:t>séquence</a:t>
            </a:r>
            <a:endParaRPr lang="fr-FR" dirty="0"/>
          </a:p>
        </p:txBody>
      </p:sp>
      <p:sp>
        <p:nvSpPr>
          <p:cNvPr id="4" name="ZoneTexte 3">
            <a:extLst>
              <a:ext uri="{FF2B5EF4-FFF2-40B4-BE49-F238E27FC236}">
                <a16:creationId xmlns:a16="http://schemas.microsoft.com/office/drawing/2014/main" id="{D008316C-113A-14D3-7C49-C811AECEEB71}"/>
              </a:ext>
            </a:extLst>
          </p:cNvPr>
          <p:cNvSpPr txBox="1"/>
          <p:nvPr/>
        </p:nvSpPr>
        <p:spPr>
          <a:xfrm>
            <a:off x="481786" y="1849121"/>
            <a:ext cx="8449726" cy="830997"/>
          </a:xfrm>
          <a:prstGeom prst="rect">
            <a:avLst/>
          </a:prstGeom>
          <a:noFill/>
        </p:spPr>
        <p:txBody>
          <a:bodyPr wrap="square">
            <a:spAutoFit/>
          </a:bodyPr>
          <a:lstStyle/>
          <a:p>
            <a:r>
              <a:rPr lang="fr-FR" sz="1600" b="1" dirty="0">
                <a:solidFill>
                  <a:srgbClr val="A40000"/>
                </a:solidFill>
                <a:latin typeface="Gill Sans" panose="020B0604020202020204" charset="0"/>
              </a:rPr>
              <a:t>Question : </a:t>
            </a:r>
            <a:r>
              <a:rPr lang="fr-FR" sz="1600" b="1" dirty="0">
                <a:solidFill>
                  <a:schemeClr val="tx1"/>
                </a:solidFill>
                <a:latin typeface="Gill Sans" panose="020B0604020202020204" charset="0"/>
              </a:rPr>
              <a:t>Si on va créer une </a:t>
            </a:r>
            <a:r>
              <a:rPr lang="fr-FR" sz="1600" b="1" dirty="0" err="1">
                <a:solidFill>
                  <a:schemeClr val="tx1"/>
                </a:solidFill>
                <a:latin typeface="Gill Sans" panose="020B0604020202020204" charset="0"/>
              </a:rPr>
              <a:t>sequence</a:t>
            </a:r>
            <a:r>
              <a:rPr lang="fr-FR" sz="1600" b="1" dirty="0">
                <a:solidFill>
                  <a:schemeClr val="tx1"/>
                </a:solidFill>
                <a:latin typeface="Gill Sans" panose="020B0604020202020204" charset="0"/>
              </a:rPr>
              <a:t> : cab, </a:t>
            </a:r>
            <a:r>
              <a:rPr lang="fr-FR" sz="1600" b="1" dirty="0" err="1">
                <a:solidFill>
                  <a:schemeClr val="tx1"/>
                </a:solidFill>
                <a:latin typeface="Gill Sans" panose="020B0604020202020204" charset="0"/>
              </a:rPr>
              <a:t>cw</a:t>
            </a:r>
            <a:r>
              <a:rPr lang="fr-FR" sz="1600" b="1" dirty="0">
                <a:solidFill>
                  <a:schemeClr val="tx1"/>
                </a:solidFill>
                <a:latin typeface="Gill Sans" panose="020B0604020202020204" charset="0"/>
              </a:rPr>
              <a:t> , </a:t>
            </a:r>
            <a:r>
              <a:rPr lang="fr-FR" sz="1600" b="1" dirty="0" err="1">
                <a:solidFill>
                  <a:schemeClr val="tx1"/>
                </a:solidFill>
                <a:latin typeface="Gill Sans" panose="020B0604020202020204" charset="0"/>
              </a:rPr>
              <a:t>scale</a:t>
            </a:r>
            <a:r>
              <a:rPr lang="fr-FR" sz="1600" b="1" dirty="0">
                <a:solidFill>
                  <a:schemeClr val="tx1"/>
                </a:solidFill>
                <a:latin typeface="Gill Sans" panose="020B0604020202020204" charset="0"/>
              </a:rPr>
              <a:t>(</a:t>
            </a:r>
            <a:r>
              <a:rPr lang="fr-FR" sz="1600" b="1" dirty="0" err="1">
                <a:solidFill>
                  <a:schemeClr val="tx1"/>
                </a:solidFill>
                <a:latin typeface="Gill Sans" panose="020B0604020202020204" charset="0"/>
              </a:rPr>
              <a:t>x,y,z</a:t>
            </a:r>
            <a:r>
              <a:rPr lang="fr-FR" sz="1600" b="1" dirty="0">
                <a:solidFill>
                  <a:schemeClr val="tx1"/>
                </a:solidFill>
                <a:latin typeface="Gill Sans" panose="020B0604020202020204" charset="0"/>
              </a:rPr>
              <a:t>),</a:t>
            </a:r>
            <a:r>
              <a:rPr lang="fr-FR" sz="1600" b="1" dirty="0" err="1">
                <a:solidFill>
                  <a:schemeClr val="tx1"/>
                </a:solidFill>
                <a:latin typeface="Gill Sans" panose="020B0604020202020204" charset="0"/>
              </a:rPr>
              <a:t>mean</a:t>
            </a:r>
            <a:r>
              <a:rPr lang="fr-FR" sz="1600" b="1" dirty="0">
                <a:solidFill>
                  <a:schemeClr val="tx1"/>
                </a:solidFill>
                <a:latin typeface="Gill Sans" panose="020B0604020202020204" charset="0"/>
              </a:rPr>
              <a:t> </a:t>
            </a:r>
            <a:r>
              <a:rPr lang="fr-FR" sz="1600" b="1" dirty="0" err="1">
                <a:solidFill>
                  <a:schemeClr val="tx1"/>
                </a:solidFill>
                <a:latin typeface="Gill Sans" panose="020B0604020202020204" charset="0"/>
              </a:rPr>
              <a:t>temperatue</a:t>
            </a:r>
            <a:r>
              <a:rPr lang="fr-FR" sz="1600" b="1" dirty="0">
                <a:solidFill>
                  <a:schemeClr val="tx1"/>
                </a:solidFill>
                <a:latin typeface="Gill Sans" panose="020B0604020202020204" charset="0"/>
              </a:rPr>
              <a:t> </a:t>
            </a:r>
            <a:r>
              <a:rPr lang="fr-FR" sz="1600" b="1" dirty="0" err="1">
                <a:solidFill>
                  <a:schemeClr val="tx1"/>
                </a:solidFill>
                <a:latin typeface="Gill Sans" panose="020B0604020202020204" charset="0"/>
              </a:rPr>
              <a:t>leaf</a:t>
            </a:r>
            <a:r>
              <a:rPr lang="fr-FR" sz="1600" b="1" dirty="0">
                <a:solidFill>
                  <a:schemeClr val="tx1"/>
                </a:solidFill>
                <a:latin typeface="Gill Sans" panose="020B0604020202020204" charset="0"/>
              </a:rPr>
              <a:t> , </a:t>
            </a:r>
            <a:r>
              <a:rPr lang="fr-FR" sz="1600" b="1" dirty="0" err="1">
                <a:solidFill>
                  <a:schemeClr val="tx1"/>
                </a:solidFill>
                <a:latin typeface="Gill Sans" panose="020B0604020202020204" charset="0"/>
              </a:rPr>
              <a:t>mean</a:t>
            </a:r>
            <a:r>
              <a:rPr lang="fr-FR" sz="1600" b="1" dirty="0">
                <a:solidFill>
                  <a:schemeClr val="tx1"/>
                </a:solidFill>
                <a:latin typeface="Gill Sans" panose="020B0604020202020204" charset="0"/>
              </a:rPr>
              <a:t> </a:t>
            </a:r>
            <a:r>
              <a:rPr lang="fr-FR" sz="1600" b="1" dirty="0" err="1">
                <a:solidFill>
                  <a:schemeClr val="tx1"/>
                </a:solidFill>
                <a:latin typeface="Gill Sans" panose="020B0604020202020204" charset="0"/>
              </a:rPr>
              <a:t>temperatue</a:t>
            </a:r>
            <a:r>
              <a:rPr lang="fr-FR" sz="1600" b="1" dirty="0">
                <a:solidFill>
                  <a:schemeClr val="tx1"/>
                </a:solidFill>
                <a:latin typeface="Gill Sans" panose="020B0604020202020204" charset="0"/>
              </a:rPr>
              <a:t> </a:t>
            </a:r>
            <a:r>
              <a:rPr lang="fr-FR" sz="1600" b="1" dirty="0" err="1">
                <a:solidFill>
                  <a:schemeClr val="tx1"/>
                </a:solidFill>
                <a:latin typeface="Gill Sans" panose="020B0604020202020204" charset="0"/>
              </a:rPr>
              <a:t>trunk</a:t>
            </a:r>
            <a:r>
              <a:rPr lang="fr-FR" sz="1600" b="1" dirty="0">
                <a:solidFill>
                  <a:schemeClr val="tx1"/>
                </a:solidFill>
                <a:latin typeface="Gill Sans" panose="020B0604020202020204" charset="0"/>
              </a:rPr>
              <a:t> , et </a:t>
            </a:r>
            <a:r>
              <a:rPr lang="fr-FR" sz="1600" b="1" dirty="0" err="1">
                <a:solidFill>
                  <a:schemeClr val="tx1"/>
                </a:solidFill>
                <a:latin typeface="Gill Sans" panose="020B0604020202020204" charset="0"/>
              </a:rPr>
              <a:t>mean</a:t>
            </a:r>
            <a:r>
              <a:rPr lang="fr-FR" sz="1600" b="1" dirty="0">
                <a:solidFill>
                  <a:schemeClr val="tx1"/>
                </a:solidFill>
                <a:latin typeface="Gill Sans" panose="020B0604020202020204" charset="0"/>
              </a:rPr>
              <a:t> </a:t>
            </a:r>
            <a:r>
              <a:rPr lang="fr-FR" sz="1600" b="1" dirty="0" err="1">
                <a:solidFill>
                  <a:schemeClr val="tx1"/>
                </a:solidFill>
                <a:latin typeface="Gill Sans" panose="020B0604020202020204" charset="0"/>
              </a:rPr>
              <a:t>temperatue</a:t>
            </a:r>
            <a:r>
              <a:rPr lang="fr-FR" sz="1600" b="1" dirty="0">
                <a:solidFill>
                  <a:schemeClr val="tx1"/>
                </a:solidFill>
                <a:latin typeface="Gill Sans" panose="020B0604020202020204" charset="0"/>
              </a:rPr>
              <a:t> </a:t>
            </a:r>
            <a:r>
              <a:rPr lang="fr-FR" sz="1600" b="1" dirty="0" err="1">
                <a:solidFill>
                  <a:schemeClr val="tx1"/>
                </a:solidFill>
                <a:latin typeface="Gill Sans" panose="020B0604020202020204" charset="0"/>
              </a:rPr>
              <a:t>soil</a:t>
            </a:r>
            <a:endParaRPr lang="fr-FR" sz="1600" b="1" dirty="0">
              <a:solidFill>
                <a:schemeClr val="tx1"/>
              </a:solidFill>
              <a:latin typeface="Gill Sans" panose="020B0604020202020204" charset="0"/>
            </a:endParaRPr>
          </a:p>
          <a:p>
            <a:r>
              <a:rPr lang="fr-FR" sz="1600" b="1" dirty="0">
                <a:solidFill>
                  <a:schemeClr val="tx1"/>
                </a:solidFill>
                <a:latin typeface="Gill Sans" panose="020B0604020202020204" charset="0"/>
              </a:rPr>
              <a:t>Combien </a:t>
            </a:r>
            <a:r>
              <a:rPr lang="fr-FR" sz="1600" b="1" dirty="0" err="1">
                <a:solidFill>
                  <a:schemeClr val="tx1"/>
                </a:solidFill>
                <a:latin typeface="Gill Sans" panose="020B0604020202020204" charset="0"/>
              </a:rPr>
              <a:t>lambertian</a:t>
            </a:r>
            <a:r>
              <a:rPr lang="fr-FR" sz="1600" b="1" dirty="0">
                <a:solidFill>
                  <a:schemeClr val="tx1"/>
                </a:solidFill>
                <a:latin typeface="Gill Sans" panose="020B0604020202020204" charset="0"/>
              </a:rPr>
              <a:t> </a:t>
            </a:r>
            <a:r>
              <a:rPr lang="fr-FR" sz="1600" b="1" dirty="0" err="1">
                <a:solidFill>
                  <a:schemeClr val="tx1"/>
                </a:solidFill>
                <a:latin typeface="Gill Sans" panose="020B0604020202020204" charset="0"/>
              </a:rPr>
              <a:t>leaf</a:t>
            </a:r>
            <a:r>
              <a:rPr lang="fr-FR" sz="1600" b="1" dirty="0">
                <a:solidFill>
                  <a:schemeClr val="tx1"/>
                </a:solidFill>
                <a:latin typeface="Gill Sans" panose="020B0604020202020204" charset="0"/>
              </a:rPr>
              <a:t> et </a:t>
            </a:r>
            <a:r>
              <a:rPr lang="fr-FR" sz="1600" b="1" dirty="0" err="1">
                <a:solidFill>
                  <a:schemeClr val="tx1"/>
                </a:solidFill>
                <a:latin typeface="Gill Sans" panose="020B0604020202020204" charset="0"/>
              </a:rPr>
              <a:t>temperture</a:t>
            </a:r>
            <a:r>
              <a:rPr lang="fr-FR" sz="1600" b="1" dirty="0">
                <a:solidFill>
                  <a:schemeClr val="tx1"/>
                </a:solidFill>
                <a:latin typeface="Gill Sans" panose="020B0604020202020204" charset="0"/>
              </a:rPr>
              <a:t> on doit définir?</a:t>
            </a:r>
            <a:endParaRPr lang="en-US" sz="1600" b="1" dirty="0">
              <a:solidFill>
                <a:schemeClr val="tx1"/>
              </a:solidFill>
              <a:latin typeface="Gill Sans" panose="020B0604020202020204" charset="0"/>
            </a:endParaRPr>
          </a:p>
        </p:txBody>
      </p:sp>
      <p:sp>
        <p:nvSpPr>
          <p:cNvPr id="2" name="ZoneTexte 1">
            <a:extLst>
              <a:ext uri="{FF2B5EF4-FFF2-40B4-BE49-F238E27FC236}">
                <a16:creationId xmlns:a16="http://schemas.microsoft.com/office/drawing/2014/main" id="{1046B10A-6DB3-CE93-5043-86B5267F5C63}"/>
              </a:ext>
            </a:extLst>
          </p:cNvPr>
          <p:cNvSpPr txBox="1"/>
          <p:nvPr/>
        </p:nvSpPr>
        <p:spPr>
          <a:xfrm>
            <a:off x="689586" y="3639274"/>
            <a:ext cx="8449726" cy="1077218"/>
          </a:xfrm>
          <a:prstGeom prst="rect">
            <a:avLst/>
          </a:prstGeom>
          <a:noFill/>
        </p:spPr>
        <p:txBody>
          <a:bodyPr wrap="square">
            <a:spAutoFit/>
          </a:bodyPr>
          <a:lstStyle/>
          <a:p>
            <a:r>
              <a:rPr lang="fr-FR" sz="1600" b="1" dirty="0">
                <a:solidFill>
                  <a:schemeClr val="tx1"/>
                </a:solidFill>
                <a:latin typeface="Gill Sans" panose="020B0604020202020204" charset="0"/>
              </a:rPr>
              <a:t>On est besoin de créer manuellement : n*</a:t>
            </a:r>
            <a:r>
              <a:rPr lang="fr-FR" sz="1600" b="1" dirty="0" err="1">
                <a:solidFill>
                  <a:schemeClr val="tx1"/>
                </a:solidFill>
                <a:latin typeface="Gill Sans" panose="020B0604020202020204" charset="0"/>
              </a:rPr>
              <a:t>lambertian</a:t>
            </a:r>
            <a:r>
              <a:rPr lang="fr-FR" sz="1600" b="1" dirty="0">
                <a:solidFill>
                  <a:schemeClr val="tx1"/>
                </a:solidFill>
                <a:latin typeface="Gill Sans" panose="020B0604020202020204" charset="0"/>
              </a:rPr>
              <a:t> </a:t>
            </a:r>
            <a:r>
              <a:rPr lang="fr-FR" sz="1600" b="1" dirty="0" err="1">
                <a:solidFill>
                  <a:schemeClr val="tx1"/>
                </a:solidFill>
                <a:latin typeface="Gill Sans" panose="020B0604020202020204" charset="0"/>
              </a:rPr>
              <a:t>Leaf</a:t>
            </a:r>
            <a:r>
              <a:rPr lang="fr-FR" sz="1600" b="1" dirty="0">
                <a:solidFill>
                  <a:schemeClr val="tx1"/>
                </a:solidFill>
                <a:latin typeface="Gill Sans" panose="020B0604020202020204" charset="0"/>
              </a:rPr>
              <a:t> </a:t>
            </a:r>
          </a:p>
          <a:p>
            <a:r>
              <a:rPr lang="fr-FR" sz="1600" b="1" dirty="0">
                <a:solidFill>
                  <a:schemeClr val="tx1"/>
                </a:solidFill>
                <a:latin typeface="Gill Sans" panose="020B0604020202020204" charset="0"/>
              </a:rPr>
              <a:t>		 		  n*temp </a:t>
            </a:r>
            <a:r>
              <a:rPr lang="fr-FR" sz="1600" b="1" dirty="0" err="1">
                <a:solidFill>
                  <a:schemeClr val="tx1"/>
                </a:solidFill>
                <a:latin typeface="Gill Sans" panose="020B0604020202020204" charset="0"/>
              </a:rPr>
              <a:t>Leaf</a:t>
            </a:r>
            <a:endParaRPr lang="fr-FR" sz="1600" b="1" dirty="0">
              <a:solidFill>
                <a:schemeClr val="tx1"/>
              </a:solidFill>
              <a:latin typeface="Gill Sans" panose="020B0604020202020204" charset="0"/>
            </a:endParaRPr>
          </a:p>
          <a:p>
            <a:r>
              <a:rPr lang="fr-FR" sz="1600" b="1" dirty="0">
                <a:solidFill>
                  <a:schemeClr val="tx1"/>
                </a:solidFill>
                <a:latin typeface="Gill Sans" panose="020B0604020202020204" charset="0"/>
              </a:rPr>
              <a:t>             				  n*temp </a:t>
            </a:r>
            <a:r>
              <a:rPr lang="fr-FR" sz="1600" b="1" dirty="0" err="1">
                <a:solidFill>
                  <a:schemeClr val="tx1"/>
                </a:solidFill>
                <a:latin typeface="Gill Sans" panose="020B0604020202020204" charset="0"/>
              </a:rPr>
              <a:t>Trunk</a:t>
            </a:r>
            <a:r>
              <a:rPr lang="fr-FR" sz="1600" b="1" dirty="0">
                <a:solidFill>
                  <a:schemeClr val="tx1"/>
                </a:solidFill>
                <a:latin typeface="Gill Sans" panose="020B0604020202020204" charset="0"/>
              </a:rPr>
              <a:t> </a:t>
            </a:r>
          </a:p>
          <a:p>
            <a:r>
              <a:rPr lang="fr-FR" sz="1600" b="1" dirty="0">
                <a:solidFill>
                  <a:schemeClr val="tx1"/>
                </a:solidFill>
                <a:latin typeface="Gill Sans" panose="020B0604020202020204" charset="0"/>
              </a:rPr>
              <a:t>				  temp </a:t>
            </a:r>
            <a:r>
              <a:rPr lang="fr-FR" sz="1600" b="1" dirty="0" err="1">
                <a:solidFill>
                  <a:schemeClr val="tx1"/>
                </a:solidFill>
                <a:latin typeface="Gill Sans" panose="020B0604020202020204" charset="0"/>
              </a:rPr>
              <a:t>Soil</a:t>
            </a:r>
            <a:r>
              <a:rPr lang="fr-FR" sz="1600" b="1" dirty="0">
                <a:solidFill>
                  <a:schemeClr val="tx1"/>
                </a:solidFill>
                <a:latin typeface="Gill Sans" panose="020B0604020202020204" charset="0"/>
              </a:rPr>
              <a:t> </a:t>
            </a:r>
          </a:p>
        </p:txBody>
      </p:sp>
      <p:sp>
        <p:nvSpPr>
          <p:cNvPr id="8" name="ZoneTexte 7">
            <a:extLst>
              <a:ext uri="{FF2B5EF4-FFF2-40B4-BE49-F238E27FC236}">
                <a16:creationId xmlns:a16="http://schemas.microsoft.com/office/drawing/2014/main" id="{EBF42E38-ECB0-70AA-FC8A-A1BBB6C42200}"/>
              </a:ext>
            </a:extLst>
          </p:cNvPr>
          <p:cNvSpPr txBox="1"/>
          <p:nvPr/>
        </p:nvSpPr>
        <p:spPr>
          <a:xfrm>
            <a:off x="3740331" y="5475593"/>
            <a:ext cx="2181498" cy="400110"/>
          </a:xfrm>
          <a:prstGeom prst="rect">
            <a:avLst/>
          </a:prstGeom>
          <a:noFill/>
        </p:spPr>
        <p:txBody>
          <a:bodyPr wrap="square">
            <a:spAutoFit/>
          </a:bodyPr>
          <a:lstStyle/>
          <a:p>
            <a:r>
              <a:rPr lang="fr-FR" sz="2000" b="1" u="sng" dirty="0">
                <a:solidFill>
                  <a:srgbClr val="A40000"/>
                </a:solidFill>
                <a:latin typeface="Gill Sans" panose="020B0604020202020204" charset="0"/>
              </a:rPr>
              <a:t>Problème 3  </a:t>
            </a:r>
            <a:endParaRPr lang="en-US" sz="2000" u="sng" dirty="0"/>
          </a:p>
        </p:txBody>
      </p:sp>
    </p:spTree>
    <p:extLst>
      <p:ext uri="{BB962C8B-B14F-4D97-AF65-F5344CB8AC3E}">
        <p14:creationId xmlns:p14="http://schemas.microsoft.com/office/powerpoint/2010/main" val="273663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5F355-9CD5-22C6-065B-559EF904317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EB2D180-59A6-BD62-612B-4F4DE97ED351}"/>
              </a:ext>
            </a:extLst>
          </p:cNvPr>
          <p:cNvSpPr>
            <a:spLocks noGrp="1"/>
          </p:cNvSpPr>
          <p:nvPr>
            <p:ph type="sldNum" idx="12"/>
          </p:nvPr>
        </p:nvSpPr>
        <p:spPr/>
        <p:txBody>
          <a:bodyPr/>
          <a:lstStyle/>
          <a:p>
            <a:fld id="{00000000-1234-1234-1234-123412341234}" type="slidenum">
              <a:rPr lang="fr-FR" smtClean="0"/>
              <a:pPr/>
              <a:t>41</a:t>
            </a:fld>
            <a:endParaRPr lang="fr-FR"/>
          </a:p>
        </p:txBody>
      </p:sp>
      <p:sp>
        <p:nvSpPr>
          <p:cNvPr id="47" name="Rectangle 46">
            <a:extLst>
              <a:ext uri="{FF2B5EF4-FFF2-40B4-BE49-F238E27FC236}">
                <a16:creationId xmlns:a16="http://schemas.microsoft.com/office/drawing/2014/main" id="{9309ED8F-B5B3-0754-3BA7-29595A8E19BB}"/>
              </a:ext>
            </a:extLst>
          </p:cNvPr>
          <p:cNvSpPr/>
          <p:nvPr/>
        </p:nvSpPr>
        <p:spPr>
          <a:xfrm>
            <a:off x="151402" y="29905"/>
            <a:ext cx="3288080" cy="461665"/>
          </a:xfrm>
          <a:prstGeom prst="rect">
            <a:avLst/>
          </a:prstGeom>
        </p:spPr>
        <p:txBody>
          <a:bodyPr wrap="none">
            <a:spAutoFit/>
          </a:bodyPr>
          <a:lstStyle/>
          <a:p>
            <a:r>
              <a:rPr lang="fr-FR" sz="2400" b="1" dirty="0">
                <a:solidFill>
                  <a:schemeClr val="lt1"/>
                </a:solidFill>
                <a:latin typeface="Gill Sans"/>
              </a:rPr>
              <a:t>C</a:t>
            </a:r>
            <a:r>
              <a:rPr lang="en-US" sz="2400" b="1" dirty="0" err="1">
                <a:solidFill>
                  <a:schemeClr val="lt1"/>
                </a:solidFill>
                <a:latin typeface="Gill Sans"/>
              </a:rPr>
              <a:t>réation</a:t>
            </a:r>
            <a:r>
              <a:rPr lang="en-US" sz="2400" b="1" dirty="0">
                <a:solidFill>
                  <a:schemeClr val="lt1"/>
                </a:solidFill>
                <a:latin typeface="Gill Sans"/>
              </a:rPr>
              <a:t> de </a:t>
            </a:r>
            <a:r>
              <a:rPr lang="en-US" sz="2400" b="1" dirty="0" err="1">
                <a:solidFill>
                  <a:schemeClr val="lt1"/>
                </a:solidFill>
                <a:latin typeface="Gill Sans"/>
              </a:rPr>
              <a:t>séquence</a:t>
            </a:r>
            <a:endParaRPr lang="fr-FR" dirty="0"/>
          </a:p>
        </p:txBody>
      </p:sp>
      <p:sp>
        <p:nvSpPr>
          <p:cNvPr id="4" name="ZoneTexte 3">
            <a:extLst>
              <a:ext uri="{FF2B5EF4-FFF2-40B4-BE49-F238E27FC236}">
                <a16:creationId xmlns:a16="http://schemas.microsoft.com/office/drawing/2014/main" id="{EE1195A1-1C89-56FD-F862-982A07CD4111}"/>
              </a:ext>
            </a:extLst>
          </p:cNvPr>
          <p:cNvSpPr txBox="1"/>
          <p:nvPr/>
        </p:nvSpPr>
        <p:spPr>
          <a:xfrm>
            <a:off x="542746" y="1361441"/>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Exemple : </a:t>
            </a:r>
            <a:r>
              <a:rPr lang="fr-FR" sz="1600" b="1" dirty="0">
                <a:solidFill>
                  <a:schemeClr val="tx1"/>
                </a:solidFill>
                <a:latin typeface="Gill Sans" panose="020B0604020202020204" charset="0"/>
              </a:rPr>
              <a:t>N=60 arbres </a:t>
            </a: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0ACCC60E-2398-1DEC-4F31-7EAA41818261}"/>
              </a:ext>
            </a:extLst>
          </p:cNvPr>
          <p:cNvPicPr>
            <a:picLocks noChangeAspect="1"/>
          </p:cNvPicPr>
          <p:nvPr/>
        </p:nvPicPr>
        <p:blipFill>
          <a:blip r:embed="rId3"/>
          <a:stretch>
            <a:fillRect/>
          </a:stretch>
        </p:blipFill>
        <p:spPr>
          <a:xfrm>
            <a:off x="1418504" y="1865296"/>
            <a:ext cx="1428876" cy="4628446"/>
          </a:xfrm>
          <a:prstGeom prst="rect">
            <a:avLst/>
          </a:prstGeom>
        </p:spPr>
      </p:pic>
      <p:pic>
        <p:nvPicPr>
          <p:cNvPr id="6" name="Image 5">
            <a:extLst>
              <a:ext uri="{FF2B5EF4-FFF2-40B4-BE49-F238E27FC236}">
                <a16:creationId xmlns:a16="http://schemas.microsoft.com/office/drawing/2014/main" id="{17AD05A3-8D4D-A958-5D2A-213217E45179}"/>
              </a:ext>
            </a:extLst>
          </p:cNvPr>
          <p:cNvPicPr>
            <a:picLocks noChangeAspect="1"/>
          </p:cNvPicPr>
          <p:nvPr/>
        </p:nvPicPr>
        <p:blipFill>
          <a:blip r:embed="rId4"/>
          <a:stretch>
            <a:fillRect/>
          </a:stretch>
        </p:blipFill>
        <p:spPr>
          <a:xfrm>
            <a:off x="5029074" y="1865296"/>
            <a:ext cx="1428876" cy="4777803"/>
          </a:xfrm>
          <a:prstGeom prst="rect">
            <a:avLst/>
          </a:prstGeom>
        </p:spPr>
      </p:pic>
      <p:sp>
        <p:nvSpPr>
          <p:cNvPr id="7" name="Rectangle 6">
            <a:extLst>
              <a:ext uri="{FF2B5EF4-FFF2-40B4-BE49-F238E27FC236}">
                <a16:creationId xmlns:a16="http://schemas.microsoft.com/office/drawing/2014/main" id="{79DA60BC-8AC5-E052-05A1-B4293DEA8763}"/>
              </a:ext>
            </a:extLst>
          </p:cNvPr>
          <p:cNvSpPr/>
          <p:nvPr/>
        </p:nvSpPr>
        <p:spPr>
          <a:xfrm>
            <a:off x="1418505" y="1866958"/>
            <a:ext cx="1202776" cy="162139"/>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a:extLst>
              <a:ext uri="{FF2B5EF4-FFF2-40B4-BE49-F238E27FC236}">
                <a16:creationId xmlns:a16="http://schemas.microsoft.com/office/drawing/2014/main" id="{F348A501-8E23-3C31-4E0C-9F0E1F0890D6}"/>
              </a:ext>
            </a:extLst>
          </p:cNvPr>
          <p:cNvSpPr/>
          <p:nvPr/>
        </p:nvSpPr>
        <p:spPr>
          <a:xfrm>
            <a:off x="5166646" y="1849541"/>
            <a:ext cx="1014394" cy="247203"/>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411065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97F1F-8182-AB2B-CAA7-CAED62DB4A6F}"/>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A172F28C-527D-AB33-46E0-394E0E0B615D}"/>
              </a:ext>
            </a:extLst>
          </p:cNvPr>
          <p:cNvSpPr>
            <a:spLocks noGrp="1"/>
          </p:cNvSpPr>
          <p:nvPr>
            <p:ph type="sldNum" idx="12"/>
          </p:nvPr>
        </p:nvSpPr>
        <p:spPr/>
        <p:txBody>
          <a:bodyPr/>
          <a:lstStyle/>
          <a:p>
            <a:fld id="{00000000-1234-1234-1234-123412341234}" type="slidenum">
              <a:rPr lang="fr-FR" smtClean="0"/>
              <a:pPr/>
              <a:t>42</a:t>
            </a:fld>
            <a:endParaRPr lang="fr-FR"/>
          </a:p>
        </p:txBody>
      </p:sp>
      <p:sp>
        <p:nvSpPr>
          <p:cNvPr id="47" name="Rectangle 46">
            <a:extLst>
              <a:ext uri="{FF2B5EF4-FFF2-40B4-BE49-F238E27FC236}">
                <a16:creationId xmlns:a16="http://schemas.microsoft.com/office/drawing/2014/main" id="{95BFBEFB-1945-C39E-B907-919267FCCFE0}"/>
              </a:ext>
            </a:extLst>
          </p:cNvPr>
          <p:cNvSpPr/>
          <p:nvPr/>
        </p:nvSpPr>
        <p:spPr>
          <a:xfrm>
            <a:off x="151402" y="29905"/>
            <a:ext cx="3288080" cy="461665"/>
          </a:xfrm>
          <a:prstGeom prst="rect">
            <a:avLst/>
          </a:prstGeom>
        </p:spPr>
        <p:txBody>
          <a:bodyPr wrap="none">
            <a:spAutoFit/>
          </a:bodyPr>
          <a:lstStyle/>
          <a:p>
            <a:r>
              <a:rPr lang="fr-FR" sz="2400" b="1" dirty="0">
                <a:solidFill>
                  <a:schemeClr val="lt1"/>
                </a:solidFill>
                <a:latin typeface="Gill Sans"/>
              </a:rPr>
              <a:t>C</a:t>
            </a:r>
            <a:r>
              <a:rPr lang="en-US" sz="2400" b="1" dirty="0" err="1">
                <a:solidFill>
                  <a:schemeClr val="lt1"/>
                </a:solidFill>
                <a:latin typeface="Gill Sans"/>
              </a:rPr>
              <a:t>réation</a:t>
            </a:r>
            <a:r>
              <a:rPr lang="en-US" sz="2400" b="1" dirty="0">
                <a:solidFill>
                  <a:schemeClr val="lt1"/>
                </a:solidFill>
                <a:latin typeface="Gill Sans"/>
              </a:rPr>
              <a:t> de </a:t>
            </a:r>
            <a:r>
              <a:rPr lang="en-US" sz="2400" b="1" dirty="0" err="1">
                <a:solidFill>
                  <a:schemeClr val="lt1"/>
                </a:solidFill>
                <a:latin typeface="Gill Sans"/>
              </a:rPr>
              <a:t>séquence</a:t>
            </a:r>
            <a:endParaRPr lang="fr-FR" dirty="0"/>
          </a:p>
        </p:txBody>
      </p:sp>
      <p:sp>
        <p:nvSpPr>
          <p:cNvPr id="4" name="ZoneTexte 3">
            <a:extLst>
              <a:ext uri="{FF2B5EF4-FFF2-40B4-BE49-F238E27FC236}">
                <a16:creationId xmlns:a16="http://schemas.microsoft.com/office/drawing/2014/main" id="{DEA3723E-7C56-BD8A-8CA8-A6AD7422F420}"/>
              </a:ext>
            </a:extLst>
          </p:cNvPr>
          <p:cNvSpPr txBox="1"/>
          <p:nvPr/>
        </p:nvSpPr>
        <p:spPr>
          <a:xfrm>
            <a:off x="455660" y="1480646"/>
            <a:ext cx="8449726" cy="584775"/>
          </a:xfrm>
          <a:prstGeom prst="rect">
            <a:avLst/>
          </a:prstGeom>
          <a:noFill/>
        </p:spPr>
        <p:txBody>
          <a:bodyPr wrap="square">
            <a:spAutoFit/>
          </a:bodyPr>
          <a:lstStyle/>
          <a:p>
            <a:r>
              <a:rPr lang="fr-FR" sz="1600" b="1" dirty="0">
                <a:solidFill>
                  <a:srgbClr val="A40000"/>
                </a:solidFill>
                <a:latin typeface="Gill Sans" panose="020B0604020202020204" charset="0"/>
              </a:rPr>
              <a:t>Question : </a:t>
            </a:r>
            <a:r>
              <a:rPr lang="fr-FR" sz="1600" b="1" dirty="0">
                <a:solidFill>
                  <a:schemeClr val="tx1"/>
                </a:solidFill>
                <a:latin typeface="Gill Sans" panose="020B0604020202020204" charset="0"/>
              </a:rPr>
              <a:t>Lors de la création de la séquence combien de valeurs on doit définir dans cette </a:t>
            </a:r>
            <a:r>
              <a:rPr lang="fr-FR" sz="1600" b="1" dirty="0" err="1">
                <a:solidFill>
                  <a:schemeClr val="tx1"/>
                </a:solidFill>
                <a:latin typeface="Gill Sans" panose="020B0604020202020204" charset="0"/>
              </a:rPr>
              <a:t>sequence</a:t>
            </a:r>
            <a:r>
              <a:rPr lang="fr-FR" sz="1600" b="1" dirty="0">
                <a:solidFill>
                  <a:schemeClr val="tx1"/>
                </a:solidFill>
                <a:latin typeface="Gill Sans" panose="020B0604020202020204" charset="0"/>
              </a:rPr>
              <a:t> ?</a:t>
            </a:r>
            <a:endParaRPr lang="en-US" sz="1600" b="1" dirty="0">
              <a:solidFill>
                <a:schemeClr val="tx1"/>
              </a:solidFill>
              <a:latin typeface="Gill Sans" panose="020B0604020202020204" charset="0"/>
            </a:endParaRPr>
          </a:p>
        </p:txBody>
      </p:sp>
      <p:sp>
        <p:nvSpPr>
          <p:cNvPr id="2" name="ZoneTexte 1">
            <a:extLst>
              <a:ext uri="{FF2B5EF4-FFF2-40B4-BE49-F238E27FC236}">
                <a16:creationId xmlns:a16="http://schemas.microsoft.com/office/drawing/2014/main" id="{B53D8E56-D50E-2F09-7557-D04A2945DE2C}"/>
              </a:ext>
            </a:extLst>
          </p:cNvPr>
          <p:cNvSpPr txBox="1"/>
          <p:nvPr/>
        </p:nvSpPr>
        <p:spPr>
          <a:xfrm>
            <a:off x="507508" y="3317057"/>
            <a:ext cx="8449726" cy="1877437"/>
          </a:xfrm>
          <a:prstGeom prst="rect">
            <a:avLst/>
          </a:prstGeom>
          <a:noFill/>
        </p:spPr>
        <p:txBody>
          <a:bodyPr wrap="square">
            <a:spAutoFit/>
          </a:bodyPr>
          <a:lstStyle/>
          <a:p>
            <a:r>
              <a:rPr lang="fr-FR" sz="1600" b="1" dirty="0">
                <a:solidFill>
                  <a:schemeClr val="tx1"/>
                </a:solidFill>
                <a:latin typeface="Gill Sans" panose="020B0604020202020204" charset="0"/>
              </a:rPr>
              <a:t>Pour chaque arbre ,on a besoin de définir manuellement :</a:t>
            </a:r>
          </a:p>
          <a:p>
            <a:endParaRPr lang="fr-FR" sz="1600" b="1" dirty="0">
              <a:solidFill>
                <a:schemeClr val="tx1"/>
              </a:solidFill>
              <a:latin typeface="Gill Sans" panose="020B0604020202020204" charset="0"/>
            </a:endParaRPr>
          </a:p>
          <a:p>
            <a:r>
              <a:rPr lang="fr-FR" sz="2000" dirty="0">
                <a:solidFill>
                  <a:srgbClr val="2D2E2D"/>
                </a:solidFill>
                <a:latin typeface="Gill Sans" panose="020B0604020202020204" charset="0"/>
              </a:rPr>
              <a:t>(</a:t>
            </a:r>
            <a:r>
              <a:rPr lang="fr-FR" sz="1600" dirty="0">
                <a:solidFill>
                  <a:srgbClr val="2D2E2D"/>
                </a:solidFill>
                <a:latin typeface="Gill Sans" panose="020B0604020202020204" charset="0"/>
              </a:rPr>
              <a:t>N*</a:t>
            </a:r>
            <a:r>
              <a:rPr lang="fr-FR" sz="1800" dirty="0">
                <a:solidFill>
                  <a:srgbClr val="2D2E2D"/>
                </a:solidFill>
                <a:latin typeface="Gill Sans" panose="020B0604020202020204" charset="0"/>
              </a:rPr>
              <a:t>(</a:t>
            </a:r>
            <a:r>
              <a:rPr lang="fr-FR" sz="1600" dirty="0">
                <a:solidFill>
                  <a:srgbClr val="2D2E2D"/>
                </a:solidFill>
                <a:latin typeface="Gill Sans" panose="020B0604020202020204" charset="0"/>
              </a:rPr>
              <a:t>valeur cab</a:t>
            </a:r>
            <a:r>
              <a:rPr lang="fr-FR" sz="1600" b="1" dirty="0">
                <a:solidFill>
                  <a:srgbClr val="2D2E2D"/>
                </a:solidFill>
                <a:latin typeface="Gill Sans" panose="020B0604020202020204" charset="0"/>
              </a:rPr>
              <a:t> + </a:t>
            </a:r>
            <a:r>
              <a:rPr lang="fr-FR" sz="1600" dirty="0">
                <a:solidFill>
                  <a:srgbClr val="2D2E2D"/>
                </a:solidFill>
                <a:latin typeface="Gill Sans" panose="020B0604020202020204" charset="0"/>
              </a:rPr>
              <a:t>valeur </a:t>
            </a:r>
            <a:r>
              <a:rPr lang="fr-FR" sz="1600" dirty="0" err="1">
                <a:solidFill>
                  <a:srgbClr val="2D2E2D"/>
                </a:solidFill>
                <a:latin typeface="Gill Sans" panose="020B0604020202020204" charset="0"/>
              </a:rPr>
              <a:t>cw</a:t>
            </a:r>
            <a:r>
              <a:rPr lang="fr-FR" sz="1600" dirty="0">
                <a:solidFill>
                  <a:srgbClr val="2D2E2D"/>
                </a:solidFill>
                <a:latin typeface="Gill Sans" panose="020B0604020202020204" charset="0"/>
              </a:rPr>
              <a:t> </a:t>
            </a:r>
            <a:r>
              <a:rPr lang="fr-FR" sz="1600" b="1" dirty="0">
                <a:solidFill>
                  <a:srgbClr val="2D2E2D"/>
                </a:solidFill>
                <a:latin typeface="Gill Sans" panose="020B0604020202020204" charset="0"/>
              </a:rPr>
              <a:t>+</a:t>
            </a:r>
            <a:r>
              <a:rPr lang="fr-FR" sz="1600" dirty="0">
                <a:solidFill>
                  <a:srgbClr val="2D2E2D"/>
                </a:solidFill>
                <a:latin typeface="Gill Sans" panose="020B0604020202020204" charset="0"/>
              </a:rPr>
              <a:t> valeur </a:t>
            </a:r>
            <a:r>
              <a:rPr lang="fr-FR" sz="1600" dirty="0" err="1">
                <a:solidFill>
                  <a:srgbClr val="2D2E2D"/>
                </a:solidFill>
                <a:latin typeface="Gill Sans" panose="020B0604020202020204" charset="0"/>
              </a:rPr>
              <a:t>scales</a:t>
            </a:r>
            <a:r>
              <a:rPr lang="fr-FR" sz="1600" b="1" dirty="0">
                <a:solidFill>
                  <a:srgbClr val="2D2E2D"/>
                </a:solidFill>
                <a:latin typeface="Gill Sans" panose="020B0604020202020204" charset="0"/>
              </a:rPr>
              <a:t>+</a:t>
            </a:r>
            <a:r>
              <a:rPr lang="fr-FR" sz="1600" dirty="0">
                <a:solidFill>
                  <a:srgbClr val="2D2E2D"/>
                </a:solidFill>
                <a:latin typeface="Gill Sans" panose="020B0604020202020204" charset="0"/>
              </a:rPr>
              <a:t> valeur temp </a:t>
            </a:r>
            <a:r>
              <a:rPr lang="fr-FR" sz="1600" dirty="0" err="1">
                <a:solidFill>
                  <a:srgbClr val="2D2E2D"/>
                </a:solidFill>
                <a:latin typeface="Gill Sans" panose="020B0604020202020204" charset="0"/>
              </a:rPr>
              <a:t>leaf</a:t>
            </a:r>
            <a:r>
              <a:rPr lang="fr-FR" sz="1600" b="1" dirty="0">
                <a:solidFill>
                  <a:srgbClr val="2D2E2D"/>
                </a:solidFill>
                <a:latin typeface="Gill Sans" panose="020B0604020202020204" charset="0"/>
              </a:rPr>
              <a:t>+</a:t>
            </a:r>
            <a:r>
              <a:rPr lang="fr-FR" sz="1600" dirty="0">
                <a:solidFill>
                  <a:srgbClr val="2D2E2D"/>
                </a:solidFill>
                <a:latin typeface="Gill Sans" panose="020B0604020202020204" charset="0"/>
              </a:rPr>
              <a:t> temp </a:t>
            </a:r>
            <a:r>
              <a:rPr lang="fr-FR" sz="1600" dirty="0" err="1">
                <a:solidFill>
                  <a:srgbClr val="2D2E2D"/>
                </a:solidFill>
                <a:latin typeface="Gill Sans" panose="020B0604020202020204" charset="0"/>
              </a:rPr>
              <a:t>trunk</a:t>
            </a:r>
            <a:r>
              <a:rPr lang="fr-FR" sz="1800" dirty="0">
                <a:solidFill>
                  <a:srgbClr val="2D2E2D"/>
                </a:solidFill>
                <a:latin typeface="Gill Sans" panose="020B0604020202020204" charset="0"/>
              </a:rPr>
              <a:t>)</a:t>
            </a:r>
            <a:r>
              <a:rPr lang="fr-FR" sz="1600" dirty="0">
                <a:solidFill>
                  <a:srgbClr val="2D2E2D"/>
                </a:solidFill>
                <a:latin typeface="Gill Sans" panose="020B0604020202020204" charset="0"/>
              </a:rPr>
              <a:t>+ valeur </a:t>
            </a:r>
            <a:r>
              <a:rPr lang="fr-FR" sz="1600" b="0" i="0" kern="1200" spc="0" baseline="0" dirty="0">
                <a:ln>
                  <a:noFill/>
                </a:ln>
                <a:solidFill>
                  <a:srgbClr val="2D2E2D"/>
                </a:solidFill>
                <a:effectLst/>
                <a:latin typeface="Gill Sans" panose="020B0604020202020204" charset="0"/>
                <a:ea typeface="+mn-ea"/>
                <a:cs typeface="+mn-cs"/>
              </a:rPr>
              <a:t>temp </a:t>
            </a:r>
            <a:r>
              <a:rPr lang="fr-FR" sz="1600" dirty="0" err="1">
                <a:solidFill>
                  <a:srgbClr val="2D2E2D"/>
                </a:solidFill>
                <a:latin typeface="Gill Sans" panose="020B0604020202020204" charset="0"/>
              </a:rPr>
              <a:t>soil</a:t>
            </a:r>
            <a:r>
              <a:rPr lang="fr-FR" sz="2000" dirty="0">
                <a:solidFill>
                  <a:srgbClr val="2D2E2D"/>
                </a:solidFill>
                <a:latin typeface="Gill Sans" panose="020B0604020202020204" charset="0"/>
              </a:rPr>
              <a:t>)</a:t>
            </a:r>
            <a:r>
              <a:rPr lang="fr-FR" sz="1600" dirty="0">
                <a:solidFill>
                  <a:srgbClr val="2D2E2D"/>
                </a:solidFill>
                <a:latin typeface="Gill Sans" panose="020B0604020202020204" charset="0"/>
              </a:rPr>
              <a:t> * </a:t>
            </a:r>
            <a:r>
              <a:rPr lang="fr-FR" sz="1600" dirty="0" err="1">
                <a:solidFill>
                  <a:srgbClr val="2D2E2D"/>
                </a:solidFill>
                <a:latin typeface="Gill Sans" panose="020B0604020202020204" charset="0"/>
              </a:rPr>
              <a:t>number</a:t>
            </a:r>
            <a:r>
              <a:rPr lang="fr-FR" sz="1600" dirty="0">
                <a:solidFill>
                  <a:srgbClr val="2D2E2D"/>
                </a:solidFill>
                <a:latin typeface="Gill Sans" panose="020B0604020202020204" charset="0"/>
              </a:rPr>
              <a:t> of cases</a:t>
            </a:r>
          </a:p>
          <a:p>
            <a:pPr marL="0" indent="0">
              <a:buNone/>
            </a:pPr>
            <a:endParaRPr lang="fr-FR" sz="1600" dirty="0">
              <a:solidFill>
                <a:srgbClr val="2D2E2D"/>
              </a:solidFill>
              <a:effectLst/>
              <a:latin typeface="Gill Sans" panose="020B0604020202020204" charset="0"/>
            </a:endParaRPr>
          </a:p>
          <a:p>
            <a:pPr marL="0" indent="0">
              <a:buNone/>
            </a:pPr>
            <a:r>
              <a:rPr lang="fr-FR" sz="1600" dirty="0">
                <a:solidFill>
                  <a:srgbClr val="2D2E2D"/>
                </a:solidFill>
                <a:latin typeface="Gill Sans" panose="020B0604020202020204" charset="0"/>
              </a:rPr>
              <a:t>Exemple = 60                </a:t>
            </a:r>
            <a:r>
              <a:rPr lang="fr-FR" sz="1600" dirty="0" err="1">
                <a:solidFill>
                  <a:srgbClr val="2D2E2D"/>
                </a:solidFill>
                <a:latin typeface="Gill Sans" panose="020B0604020202020204" charset="0"/>
              </a:rPr>
              <a:t>number</a:t>
            </a:r>
            <a:r>
              <a:rPr lang="fr-FR" sz="1600" dirty="0">
                <a:solidFill>
                  <a:srgbClr val="2D2E2D"/>
                </a:solidFill>
                <a:latin typeface="Gill Sans" panose="020B0604020202020204" charset="0"/>
              </a:rPr>
              <a:t> of cases  * 421</a:t>
            </a:r>
            <a:endParaRPr lang="en-US" sz="1600" dirty="0">
              <a:effectLst/>
              <a:latin typeface="Gill Sans" panose="020B0604020202020204" charset="0"/>
            </a:endParaRPr>
          </a:p>
          <a:p>
            <a:endParaRPr lang="fr-FR" sz="1600" b="1" dirty="0">
              <a:solidFill>
                <a:schemeClr val="tx1"/>
              </a:solidFill>
              <a:latin typeface="Gill Sans" panose="020B0604020202020204" charset="0"/>
            </a:endParaRPr>
          </a:p>
        </p:txBody>
      </p:sp>
      <p:sp>
        <p:nvSpPr>
          <p:cNvPr id="5" name="ZoneTexte 4">
            <a:extLst>
              <a:ext uri="{FF2B5EF4-FFF2-40B4-BE49-F238E27FC236}">
                <a16:creationId xmlns:a16="http://schemas.microsoft.com/office/drawing/2014/main" id="{9DC24EEC-2D4A-CC59-2AF4-1737A4125BF2}"/>
              </a:ext>
            </a:extLst>
          </p:cNvPr>
          <p:cNvSpPr txBox="1"/>
          <p:nvPr/>
        </p:nvSpPr>
        <p:spPr>
          <a:xfrm>
            <a:off x="3728708" y="5509439"/>
            <a:ext cx="2181498" cy="400110"/>
          </a:xfrm>
          <a:prstGeom prst="rect">
            <a:avLst/>
          </a:prstGeom>
          <a:noFill/>
        </p:spPr>
        <p:txBody>
          <a:bodyPr wrap="square">
            <a:spAutoFit/>
          </a:bodyPr>
          <a:lstStyle/>
          <a:p>
            <a:r>
              <a:rPr lang="fr-FR" sz="2000" b="1" u="sng" dirty="0">
                <a:solidFill>
                  <a:srgbClr val="A40000"/>
                </a:solidFill>
                <a:latin typeface="Gill Sans" panose="020B0604020202020204" charset="0"/>
              </a:rPr>
              <a:t>Problème4  </a:t>
            </a:r>
            <a:endParaRPr lang="en-US" sz="2000" u="sng" dirty="0"/>
          </a:p>
        </p:txBody>
      </p:sp>
    </p:spTree>
    <p:extLst>
      <p:ext uri="{BB962C8B-B14F-4D97-AF65-F5344CB8AC3E}">
        <p14:creationId xmlns:p14="http://schemas.microsoft.com/office/powerpoint/2010/main" val="413037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60">
          <a:extLst>
            <a:ext uri="{FF2B5EF4-FFF2-40B4-BE49-F238E27FC236}">
              <a16:creationId xmlns:a16="http://schemas.microsoft.com/office/drawing/2014/main" id="{638F47E3-D1C0-5A29-2698-0C6030FE1F7F}"/>
            </a:ext>
          </a:extLst>
        </p:cNvPr>
        <p:cNvGrpSpPr/>
        <p:nvPr/>
      </p:nvGrpSpPr>
      <p:grpSpPr>
        <a:xfrm>
          <a:off x="0" y="0"/>
          <a:ext cx="0" cy="0"/>
          <a:chOff x="0" y="0"/>
          <a:chExt cx="0" cy="0"/>
        </a:xfrm>
      </p:grpSpPr>
      <p:sp>
        <p:nvSpPr>
          <p:cNvPr id="161" name="Google Shape;161;g17266f23d4b_0_11">
            <a:extLst>
              <a:ext uri="{FF2B5EF4-FFF2-40B4-BE49-F238E27FC236}">
                <a16:creationId xmlns:a16="http://schemas.microsoft.com/office/drawing/2014/main" id="{04725115-0A1E-51A9-1F54-E9B8CA84B44A}"/>
              </a:ext>
            </a:extLst>
          </p:cNvPr>
          <p:cNvSpPr txBox="1"/>
          <p:nvPr/>
        </p:nvSpPr>
        <p:spPr>
          <a:xfrm>
            <a:off x="2242870" y="3111326"/>
            <a:ext cx="45720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Fira Sans Light"/>
              <a:buNone/>
            </a:pPr>
            <a:r>
              <a:rPr lang="fr-FR" sz="2800" b="1" i="0" u="none" strike="noStrike" cap="none" dirty="0">
                <a:solidFill>
                  <a:srgbClr val="3F3F3F"/>
                </a:solidFill>
                <a:latin typeface="Gill Sans"/>
                <a:ea typeface="Gill Sans"/>
                <a:cs typeface="Gill Sans"/>
                <a:sym typeface="Gill Sans"/>
              </a:rPr>
              <a:t>Solution </a:t>
            </a:r>
            <a:r>
              <a:rPr lang="fr-FR" sz="2800" b="1" i="0" u="none" strike="noStrike" cap="none">
                <a:solidFill>
                  <a:srgbClr val="3F3F3F"/>
                </a:solidFill>
                <a:latin typeface="Gill Sans"/>
                <a:ea typeface="Gill Sans"/>
                <a:cs typeface="Gill Sans"/>
                <a:sym typeface="Gill Sans"/>
              </a:rPr>
              <a:t>: </a:t>
            </a:r>
            <a:r>
              <a:rPr lang="fr-FR" sz="2800" b="1">
                <a:solidFill>
                  <a:srgbClr val="3F3F3F"/>
                </a:solidFill>
                <a:latin typeface="Gill Sans"/>
                <a:ea typeface="Gill Sans"/>
                <a:cs typeface="Gill Sans"/>
                <a:sym typeface="Gill Sans"/>
              </a:rPr>
              <a:t>Automatisation</a:t>
            </a:r>
            <a:endParaRPr lang="fr-FR" sz="2000" b="1" i="0" u="none" strike="noStrike" cap="none" dirty="0">
              <a:solidFill>
                <a:srgbClr val="3F3F3F"/>
              </a:solidFill>
              <a:latin typeface="Gill Sans"/>
              <a:ea typeface="Gill Sans"/>
              <a:cs typeface="Gill Sans"/>
              <a:sym typeface="Gill Sans"/>
            </a:endParaRPr>
          </a:p>
        </p:txBody>
      </p:sp>
      <p:sp>
        <p:nvSpPr>
          <p:cNvPr id="162" name="Google Shape;162;g17266f23d4b_0_11">
            <a:extLst>
              <a:ext uri="{FF2B5EF4-FFF2-40B4-BE49-F238E27FC236}">
                <a16:creationId xmlns:a16="http://schemas.microsoft.com/office/drawing/2014/main" id="{EF0FB6E8-7BEF-724C-41DD-EDDD37BF8E6C}"/>
              </a:ext>
            </a:extLst>
          </p:cNvPr>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sz="1600"/>
              <a:t>43</a:t>
            </a:fld>
            <a:endParaRPr sz="1600" dirty="0"/>
          </a:p>
        </p:txBody>
      </p:sp>
    </p:spTree>
    <p:extLst>
      <p:ext uri="{BB962C8B-B14F-4D97-AF65-F5344CB8AC3E}">
        <p14:creationId xmlns:p14="http://schemas.microsoft.com/office/powerpoint/2010/main" val="1886065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BA683-6C8B-DF09-5B00-89080CF5441B}"/>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1772E9F4-41BB-C329-BF68-F162157F5CB6}"/>
              </a:ext>
            </a:extLst>
          </p:cNvPr>
          <p:cNvSpPr>
            <a:spLocks noGrp="1"/>
          </p:cNvSpPr>
          <p:nvPr>
            <p:ph type="sldNum" idx="12"/>
          </p:nvPr>
        </p:nvSpPr>
        <p:spPr/>
        <p:txBody>
          <a:bodyPr/>
          <a:lstStyle/>
          <a:p>
            <a:fld id="{00000000-1234-1234-1234-123412341234}" type="slidenum">
              <a:rPr lang="fr-FR" smtClean="0"/>
              <a:pPr/>
              <a:t>44</a:t>
            </a:fld>
            <a:endParaRPr lang="fr-FR"/>
          </a:p>
        </p:txBody>
      </p:sp>
      <p:sp>
        <p:nvSpPr>
          <p:cNvPr id="47" name="Rectangle 46">
            <a:extLst>
              <a:ext uri="{FF2B5EF4-FFF2-40B4-BE49-F238E27FC236}">
                <a16:creationId xmlns:a16="http://schemas.microsoft.com/office/drawing/2014/main" id="{F44B34F2-7881-337A-000A-02C37D9139AD}"/>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7D4B619B-06D9-A492-AF66-26C23273BD1A}"/>
              </a:ext>
            </a:extLst>
          </p:cNvPr>
          <p:cNvSpPr txBox="1"/>
          <p:nvPr/>
        </p:nvSpPr>
        <p:spPr>
          <a:xfrm>
            <a:off x="694274" y="2001854"/>
            <a:ext cx="8449726" cy="1077218"/>
          </a:xfrm>
          <a:prstGeom prst="rect">
            <a:avLst/>
          </a:prstGeom>
          <a:noFill/>
        </p:spPr>
        <p:txBody>
          <a:bodyPr wrap="square">
            <a:spAutoFit/>
          </a:bodyPr>
          <a:lstStyle/>
          <a:p>
            <a:r>
              <a:rPr lang="fr-FR" sz="1600" b="1" dirty="0">
                <a:solidFill>
                  <a:srgbClr val="A40000"/>
                </a:solidFill>
                <a:latin typeface="Gill Sans" panose="020B0604020202020204" charset="0"/>
              </a:rPr>
              <a:t>Automatisation de la création :  -</a:t>
            </a:r>
            <a:r>
              <a:rPr lang="fr-FR" sz="1600" b="1" dirty="0" err="1">
                <a:solidFill>
                  <a:srgbClr val="A40000"/>
                </a:solidFill>
                <a:latin typeface="Gill Sans" panose="020B0604020202020204" charset="0"/>
              </a:rPr>
              <a:t>optical</a:t>
            </a:r>
            <a:r>
              <a:rPr lang="fr-FR" sz="1600" b="1" dirty="0">
                <a:solidFill>
                  <a:srgbClr val="A40000"/>
                </a:solidFill>
                <a:latin typeface="Gill Sans" panose="020B0604020202020204" charset="0"/>
              </a:rPr>
              <a:t> and </a:t>
            </a:r>
            <a:r>
              <a:rPr lang="fr-FR" sz="1600" b="1" dirty="0" err="1">
                <a:solidFill>
                  <a:srgbClr val="A40000"/>
                </a:solidFill>
                <a:latin typeface="Gill Sans" panose="020B0604020202020204" charset="0"/>
              </a:rPr>
              <a:t>tempreture</a:t>
            </a:r>
            <a:r>
              <a:rPr lang="fr-FR" sz="1600" b="1" dirty="0">
                <a:solidFill>
                  <a:srgbClr val="A40000"/>
                </a:solidFill>
                <a:latin typeface="Gill Sans" panose="020B0604020202020204" charset="0"/>
              </a:rPr>
              <a:t> </a:t>
            </a:r>
            <a:r>
              <a:rPr lang="fr-FR" sz="1600" b="1" dirty="0" err="1">
                <a:solidFill>
                  <a:srgbClr val="A40000"/>
                </a:solidFill>
                <a:latin typeface="Gill Sans" panose="020B0604020202020204" charset="0"/>
              </a:rPr>
              <a:t>properites</a:t>
            </a:r>
            <a:r>
              <a:rPr lang="fr-FR" sz="1600" b="1" dirty="0">
                <a:solidFill>
                  <a:srgbClr val="A40000"/>
                </a:solidFill>
                <a:latin typeface="Gill Sans" panose="020B0604020202020204" charset="0"/>
              </a:rPr>
              <a:t> : </a:t>
            </a:r>
            <a:endParaRPr lang="fr-FR" sz="1600" b="1" u="sng" dirty="0">
              <a:solidFill>
                <a:schemeClr val="tx1">
                  <a:lumMod val="95000"/>
                  <a:lumOff val="5000"/>
                </a:schemeClr>
              </a:solidFill>
              <a:latin typeface="Gill Sans" panose="020B0604020202020204" charset="0"/>
            </a:endParaRPr>
          </a:p>
          <a:p>
            <a:r>
              <a:rPr lang="fr-FR" sz="1600" b="1" dirty="0">
                <a:solidFill>
                  <a:srgbClr val="A40000"/>
                </a:solidFill>
                <a:latin typeface="Gill Sans" panose="020B0604020202020204" charset="0"/>
              </a:rPr>
              <a:t>			     - </a:t>
            </a:r>
            <a:r>
              <a:rPr lang="fr-FR" sz="1600" b="1" dirty="0" err="1">
                <a:solidFill>
                  <a:srgbClr val="A40000"/>
                </a:solidFill>
                <a:latin typeface="Gill Sans" panose="020B0604020202020204" charset="0"/>
              </a:rPr>
              <a:t>ponctual</a:t>
            </a:r>
            <a:r>
              <a:rPr lang="fr-FR" sz="1600" b="1" dirty="0">
                <a:solidFill>
                  <a:srgbClr val="A40000"/>
                </a:solidFill>
                <a:latin typeface="Gill Sans" panose="020B0604020202020204" charset="0"/>
              </a:rPr>
              <a:t> </a:t>
            </a:r>
            <a:r>
              <a:rPr lang="fr-FR" sz="1600" b="1" dirty="0" err="1">
                <a:solidFill>
                  <a:srgbClr val="A40000"/>
                </a:solidFill>
                <a:latin typeface="Gill Sans" panose="020B0604020202020204" charset="0"/>
              </a:rPr>
              <a:t>objects</a:t>
            </a:r>
            <a:r>
              <a:rPr lang="fr-FR" sz="1600" b="1" dirty="0">
                <a:solidFill>
                  <a:srgbClr val="A40000"/>
                </a:solidFill>
                <a:latin typeface="Gill Sans" panose="020B0604020202020204" charset="0"/>
              </a:rPr>
              <a:t> :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a:t>
            </a:r>
            <a:br>
              <a:rPr lang="fr-FR" sz="1600" dirty="0"/>
            </a:br>
            <a:endParaRPr lang="en-US" sz="1600" b="1" dirty="0">
              <a:solidFill>
                <a:schemeClr val="tx1"/>
              </a:solidFill>
              <a:latin typeface="Gill Sans" panose="020B0604020202020204" charset="0"/>
            </a:endParaRPr>
          </a:p>
        </p:txBody>
      </p:sp>
      <p:sp>
        <p:nvSpPr>
          <p:cNvPr id="2" name="ZoneTexte 1">
            <a:extLst>
              <a:ext uri="{FF2B5EF4-FFF2-40B4-BE49-F238E27FC236}">
                <a16:creationId xmlns:a16="http://schemas.microsoft.com/office/drawing/2014/main" id="{DBFB50BB-8981-E4C9-095F-97ECEE50A8A5}"/>
              </a:ext>
            </a:extLst>
          </p:cNvPr>
          <p:cNvSpPr txBox="1"/>
          <p:nvPr/>
        </p:nvSpPr>
        <p:spPr>
          <a:xfrm>
            <a:off x="7319985" y="2001854"/>
            <a:ext cx="1521622" cy="1077218"/>
          </a:xfrm>
          <a:prstGeom prst="rect">
            <a:avLst/>
          </a:prstGeom>
          <a:noFill/>
        </p:spPr>
        <p:txBody>
          <a:bodyPr wrap="square">
            <a:spAutoFit/>
          </a:bodyPr>
          <a:lstStyle/>
          <a:p>
            <a:r>
              <a:rPr lang="fr-FR" sz="1600" b="1" u="sng" dirty="0" err="1">
                <a:solidFill>
                  <a:schemeClr val="tx1">
                    <a:lumMod val="95000"/>
                    <a:lumOff val="5000"/>
                  </a:schemeClr>
                </a:solidFill>
                <a:latin typeface="Gill Sans" panose="020B0604020202020204" charset="0"/>
              </a:rPr>
              <a:t>coeff</a:t>
            </a:r>
            <a:r>
              <a:rPr lang="fr-FR" sz="1600" b="1" u="sng" dirty="0">
                <a:solidFill>
                  <a:schemeClr val="tx1">
                    <a:lumMod val="95000"/>
                    <a:lumOff val="5000"/>
                  </a:schemeClr>
                </a:solidFill>
                <a:latin typeface="Gill Sans" panose="020B0604020202020204" charset="0"/>
              </a:rPr>
              <a:t> diff.xml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sp>
        <p:nvSpPr>
          <p:cNvPr id="5" name="ZoneTexte 4">
            <a:extLst>
              <a:ext uri="{FF2B5EF4-FFF2-40B4-BE49-F238E27FC236}">
                <a16:creationId xmlns:a16="http://schemas.microsoft.com/office/drawing/2014/main" id="{18F90261-26E9-CD73-C151-7D1BB9DF401B}"/>
              </a:ext>
            </a:extLst>
          </p:cNvPr>
          <p:cNvSpPr txBox="1"/>
          <p:nvPr/>
        </p:nvSpPr>
        <p:spPr>
          <a:xfrm>
            <a:off x="5605699" y="2248075"/>
            <a:ext cx="1521622"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object3d.xml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6B2A4622-491E-734D-B913-E27309437BF7}"/>
              </a:ext>
            </a:extLst>
          </p:cNvPr>
          <p:cNvSpPr txBox="1"/>
          <p:nvPr/>
        </p:nvSpPr>
        <p:spPr>
          <a:xfrm>
            <a:off x="4948428" y="2540463"/>
            <a:ext cx="2270333"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Nom 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sp>
        <p:nvSpPr>
          <p:cNvPr id="9" name="ZoneTexte 8">
            <a:extLst>
              <a:ext uri="{FF2B5EF4-FFF2-40B4-BE49-F238E27FC236}">
                <a16:creationId xmlns:a16="http://schemas.microsoft.com/office/drawing/2014/main" id="{2E907731-73A8-259B-075C-40FE2DE3F47B}"/>
              </a:ext>
            </a:extLst>
          </p:cNvPr>
          <p:cNvSpPr txBox="1"/>
          <p:nvPr/>
        </p:nvSpPr>
        <p:spPr>
          <a:xfrm>
            <a:off x="694274" y="3518386"/>
            <a:ext cx="8449726" cy="1077218"/>
          </a:xfrm>
          <a:prstGeom prst="rect">
            <a:avLst/>
          </a:prstGeom>
          <a:noFill/>
        </p:spPr>
        <p:txBody>
          <a:bodyPr wrap="square">
            <a:spAutoFit/>
          </a:bodyPr>
          <a:lstStyle/>
          <a:p>
            <a:r>
              <a:rPr lang="fr-FR" sz="1600" dirty="0">
                <a:latin typeface="Gill Sans" panose="020B0604020202020204" charset="0"/>
              </a:rPr>
              <a:t>Modifier directement les fichiers XML correspondants. Une fois ces fichiers mis à jour, les modifications seront </a:t>
            </a:r>
            <a:r>
              <a:rPr lang="fr-FR" sz="1600" b="1" dirty="0">
                <a:latin typeface="Gill Sans" panose="020B0604020202020204" charset="0"/>
              </a:rPr>
              <a:t>répercutées dans l’interface graphique</a:t>
            </a:r>
            <a:r>
              <a:rPr lang="fr-FR" sz="1600" dirty="0">
                <a:latin typeface="Gill Sans" panose="020B0604020202020204" charset="0"/>
              </a:rPr>
              <a:t> de DART.</a:t>
            </a:r>
          </a:p>
          <a:p>
            <a:br>
              <a:rPr lang="fr-FR" sz="1600" dirty="0"/>
            </a:br>
            <a:endParaRPr lang="en-US" sz="1600" b="1" dirty="0">
              <a:solidFill>
                <a:schemeClr val="tx1"/>
              </a:solidFill>
              <a:latin typeface="Gill Sans" panose="020B0604020202020204" charset="0"/>
            </a:endParaRPr>
          </a:p>
        </p:txBody>
      </p:sp>
    </p:spTree>
    <p:extLst>
      <p:ext uri="{BB962C8B-B14F-4D97-AF65-F5344CB8AC3E}">
        <p14:creationId xmlns:p14="http://schemas.microsoft.com/office/powerpoint/2010/main" val="253550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5" grpId="0"/>
      <p:bldP spid="7" grpId="0"/>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364EB-C16B-2842-619D-EA68829AAF26}"/>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54B205F-446F-E728-015B-9F52CC521B56}"/>
              </a:ext>
            </a:extLst>
          </p:cNvPr>
          <p:cNvSpPr>
            <a:spLocks noGrp="1"/>
          </p:cNvSpPr>
          <p:nvPr>
            <p:ph type="sldNum" idx="12"/>
          </p:nvPr>
        </p:nvSpPr>
        <p:spPr/>
        <p:txBody>
          <a:bodyPr/>
          <a:lstStyle/>
          <a:p>
            <a:fld id="{00000000-1234-1234-1234-123412341234}" type="slidenum">
              <a:rPr lang="fr-FR" smtClean="0"/>
              <a:pPr/>
              <a:t>45</a:t>
            </a:fld>
            <a:endParaRPr lang="fr-FR"/>
          </a:p>
        </p:txBody>
      </p:sp>
      <p:sp>
        <p:nvSpPr>
          <p:cNvPr id="47" name="Rectangle 46">
            <a:extLst>
              <a:ext uri="{FF2B5EF4-FFF2-40B4-BE49-F238E27FC236}">
                <a16:creationId xmlns:a16="http://schemas.microsoft.com/office/drawing/2014/main" id="{74010E56-D0BD-069C-DA59-CA0CA219D045}"/>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7556BB17-42BF-45C5-A7A1-1CEF1DD004FC}"/>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feuilles :  </a:t>
            </a:r>
            <a:endParaRPr lang="en-US" sz="1600" b="1" dirty="0">
              <a:solidFill>
                <a:schemeClr val="tx1"/>
              </a:solidFill>
              <a:latin typeface="Gill Sans" panose="020B0604020202020204" charset="0"/>
            </a:endParaRPr>
          </a:p>
        </p:txBody>
      </p:sp>
      <p:pic>
        <p:nvPicPr>
          <p:cNvPr id="8" name="Image 7">
            <a:extLst>
              <a:ext uri="{FF2B5EF4-FFF2-40B4-BE49-F238E27FC236}">
                <a16:creationId xmlns:a16="http://schemas.microsoft.com/office/drawing/2014/main" id="{FB91D18C-72C6-9374-2EB5-E7E3B1986C50}"/>
              </a:ext>
            </a:extLst>
          </p:cNvPr>
          <p:cNvPicPr>
            <a:picLocks noChangeAspect="1"/>
          </p:cNvPicPr>
          <p:nvPr/>
        </p:nvPicPr>
        <p:blipFill>
          <a:blip r:embed="rId3"/>
          <a:stretch>
            <a:fillRect/>
          </a:stretch>
        </p:blipFill>
        <p:spPr>
          <a:xfrm>
            <a:off x="669559" y="1492445"/>
            <a:ext cx="1792581" cy="896291"/>
          </a:xfrm>
          <a:prstGeom prst="rect">
            <a:avLst/>
          </a:prstGeom>
        </p:spPr>
      </p:pic>
      <p:pic>
        <p:nvPicPr>
          <p:cNvPr id="11" name="Image 10">
            <a:extLst>
              <a:ext uri="{FF2B5EF4-FFF2-40B4-BE49-F238E27FC236}">
                <a16:creationId xmlns:a16="http://schemas.microsoft.com/office/drawing/2014/main" id="{96955FD7-2CC1-21B3-999F-099F38A59B16}"/>
              </a:ext>
            </a:extLst>
          </p:cNvPr>
          <p:cNvPicPr>
            <a:picLocks noChangeAspect="1"/>
          </p:cNvPicPr>
          <p:nvPr/>
        </p:nvPicPr>
        <p:blipFill>
          <a:blip r:embed="rId4"/>
          <a:stretch>
            <a:fillRect/>
          </a:stretch>
        </p:blipFill>
        <p:spPr>
          <a:xfrm>
            <a:off x="228265" y="2631732"/>
            <a:ext cx="8687470" cy="2485943"/>
          </a:xfrm>
          <a:prstGeom prst="rect">
            <a:avLst/>
          </a:prstGeom>
        </p:spPr>
      </p:pic>
      <p:pic>
        <p:nvPicPr>
          <p:cNvPr id="13" name="Image 12">
            <a:extLst>
              <a:ext uri="{FF2B5EF4-FFF2-40B4-BE49-F238E27FC236}">
                <a16:creationId xmlns:a16="http://schemas.microsoft.com/office/drawing/2014/main" id="{4352659E-6AED-B3F9-6683-C200184769DA}"/>
              </a:ext>
            </a:extLst>
          </p:cNvPr>
          <p:cNvPicPr>
            <a:picLocks noChangeAspect="1"/>
          </p:cNvPicPr>
          <p:nvPr/>
        </p:nvPicPr>
        <p:blipFill>
          <a:blip r:embed="rId5"/>
          <a:stretch>
            <a:fillRect/>
          </a:stretch>
        </p:blipFill>
        <p:spPr>
          <a:xfrm>
            <a:off x="6784848" y="5323485"/>
            <a:ext cx="1378928" cy="957018"/>
          </a:xfrm>
          <a:prstGeom prst="rect">
            <a:avLst/>
          </a:prstGeom>
        </p:spPr>
      </p:pic>
      <p:sp>
        <p:nvSpPr>
          <p:cNvPr id="16" name="ZoneTexte 15">
            <a:extLst>
              <a:ext uri="{FF2B5EF4-FFF2-40B4-BE49-F238E27FC236}">
                <a16:creationId xmlns:a16="http://schemas.microsoft.com/office/drawing/2014/main" id="{6B365E4A-D74D-010C-E49A-31BB10BA6B54}"/>
              </a:ext>
            </a:extLst>
          </p:cNvPr>
          <p:cNvSpPr txBox="1"/>
          <p:nvPr/>
        </p:nvSpPr>
        <p:spPr>
          <a:xfrm>
            <a:off x="2665689" y="897435"/>
            <a:ext cx="1521622" cy="1077218"/>
          </a:xfrm>
          <a:prstGeom prst="rect">
            <a:avLst/>
          </a:prstGeom>
          <a:noFill/>
        </p:spPr>
        <p:txBody>
          <a:bodyPr wrap="square">
            <a:spAutoFit/>
          </a:bodyPr>
          <a:lstStyle/>
          <a:p>
            <a:r>
              <a:rPr lang="fr-FR" sz="1600" b="1" u="sng" dirty="0" err="1">
                <a:solidFill>
                  <a:schemeClr val="tx1">
                    <a:lumMod val="95000"/>
                    <a:lumOff val="5000"/>
                  </a:schemeClr>
                </a:solidFill>
                <a:latin typeface="Gill Sans" panose="020B0604020202020204" charset="0"/>
              </a:rPr>
              <a:t>coeff</a:t>
            </a:r>
            <a:r>
              <a:rPr lang="fr-FR" sz="1600" b="1" u="sng" dirty="0">
                <a:solidFill>
                  <a:schemeClr val="tx1">
                    <a:lumMod val="95000"/>
                    <a:lumOff val="5000"/>
                  </a:schemeClr>
                </a:solidFill>
                <a:latin typeface="Gill Sans" panose="020B0604020202020204" charset="0"/>
              </a:rPr>
              <a:t> diff.xml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sp>
        <p:nvSpPr>
          <p:cNvPr id="17" name="Rectangle 16">
            <a:extLst>
              <a:ext uri="{FF2B5EF4-FFF2-40B4-BE49-F238E27FC236}">
                <a16:creationId xmlns:a16="http://schemas.microsoft.com/office/drawing/2014/main" id="{5738534B-CC92-EE8A-6FBC-62E1AA7A81AE}"/>
              </a:ext>
            </a:extLst>
          </p:cNvPr>
          <p:cNvSpPr/>
          <p:nvPr/>
        </p:nvSpPr>
        <p:spPr>
          <a:xfrm>
            <a:off x="960406" y="1764792"/>
            <a:ext cx="950690" cy="16208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Rectangle 18">
            <a:extLst>
              <a:ext uri="{FF2B5EF4-FFF2-40B4-BE49-F238E27FC236}">
                <a16:creationId xmlns:a16="http://schemas.microsoft.com/office/drawing/2014/main" id="{BAD71B97-168F-18A0-CC9C-E5324AFC8EAF}"/>
              </a:ext>
            </a:extLst>
          </p:cNvPr>
          <p:cNvSpPr/>
          <p:nvPr/>
        </p:nvSpPr>
        <p:spPr>
          <a:xfrm>
            <a:off x="6873526" y="5323485"/>
            <a:ext cx="950690" cy="16208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Rectangle 19">
            <a:extLst>
              <a:ext uri="{FF2B5EF4-FFF2-40B4-BE49-F238E27FC236}">
                <a16:creationId xmlns:a16="http://schemas.microsoft.com/office/drawing/2014/main" id="{056D0084-896E-2B05-9200-63344F014B58}"/>
              </a:ext>
            </a:extLst>
          </p:cNvPr>
          <p:cNvSpPr/>
          <p:nvPr/>
        </p:nvSpPr>
        <p:spPr>
          <a:xfrm>
            <a:off x="1714999" y="3771019"/>
            <a:ext cx="543569" cy="26577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Rectangle 20">
            <a:extLst>
              <a:ext uri="{FF2B5EF4-FFF2-40B4-BE49-F238E27FC236}">
                <a16:creationId xmlns:a16="http://schemas.microsoft.com/office/drawing/2014/main" id="{53DB28FA-55FD-170B-B940-E2A25B8846B8}"/>
              </a:ext>
            </a:extLst>
          </p:cNvPr>
          <p:cNvSpPr/>
          <p:nvPr/>
        </p:nvSpPr>
        <p:spPr>
          <a:xfrm>
            <a:off x="1714999" y="2557248"/>
            <a:ext cx="543570" cy="26577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255056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P spid="17" grpId="0" animBg="1"/>
      <p:bldP spid="19" grpId="0" animBg="1"/>
      <p:bldP spid="20" grpId="0" animBg="1"/>
      <p:bldP spid="2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E906A-9CF5-7894-5077-1E8E6FCAF5C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C1CEB78-E77D-5D3E-68E1-A60878B1317F}"/>
              </a:ext>
            </a:extLst>
          </p:cNvPr>
          <p:cNvSpPr>
            <a:spLocks noGrp="1"/>
          </p:cNvSpPr>
          <p:nvPr>
            <p:ph type="sldNum" idx="12"/>
          </p:nvPr>
        </p:nvSpPr>
        <p:spPr/>
        <p:txBody>
          <a:bodyPr/>
          <a:lstStyle/>
          <a:p>
            <a:fld id="{00000000-1234-1234-1234-123412341234}" type="slidenum">
              <a:rPr lang="fr-FR" smtClean="0"/>
              <a:pPr/>
              <a:t>46</a:t>
            </a:fld>
            <a:endParaRPr lang="fr-FR"/>
          </a:p>
        </p:txBody>
      </p:sp>
      <p:sp>
        <p:nvSpPr>
          <p:cNvPr id="47" name="Rectangle 46">
            <a:extLst>
              <a:ext uri="{FF2B5EF4-FFF2-40B4-BE49-F238E27FC236}">
                <a16:creationId xmlns:a16="http://schemas.microsoft.com/office/drawing/2014/main" id="{4084EDD1-60B2-9EC5-7C94-240F26BD7B71}"/>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B53C7D8C-7E6B-08A2-D4AF-544B42273365}"/>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sols : </a:t>
            </a:r>
            <a:endParaRPr lang="en-US" sz="1600" b="1" dirty="0">
              <a:solidFill>
                <a:schemeClr val="tx1"/>
              </a:solidFill>
              <a:latin typeface="Gill Sans" panose="020B0604020202020204" charset="0"/>
            </a:endParaRPr>
          </a:p>
        </p:txBody>
      </p:sp>
      <p:pic>
        <p:nvPicPr>
          <p:cNvPr id="15" name="Image 14">
            <a:extLst>
              <a:ext uri="{FF2B5EF4-FFF2-40B4-BE49-F238E27FC236}">
                <a16:creationId xmlns:a16="http://schemas.microsoft.com/office/drawing/2014/main" id="{16EA6C86-6323-7E78-104D-2285D14AB474}"/>
              </a:ext>
            </a:extLst>
          </p:cNvPr>
          <p:cNvPicPr>
            <a:picLocks noChangeAspect="1"/>
          </p:cNvPicPr>
          <p:nvPr/>
        </p:nvPicPr>
        <p:blipFill>
          <a:blip r:embed="rId3"/>
          <a:stretch>
            <a:fillRect/>
          </a:stretch>
        </p:blipFill>
        <p:spPr>
          <a:xfrm>
            <a:off x="2279798" y="904509"/>
            <a:ext cx="1552575" cy="1085850"/>
          </a:xfrm>
          <a:prstGeom prst="rect">
            <a:avLst/>
          </a:prstGeom>
        </p:spPr>
      </p:pic>
      <p:pic>
        <p:nvPicPr>
          <p:cNvPr id="5" name="Image 4">
            <a:extLst>
              <a:ext uri="{FF2B5EF4-FFF2-40B4-BE49-F238E27FC236}">
                <a16:creationId xmlns:a16="http://schemas.microsoft.com/office/drawing/2014/main" id="{841314AF-0D47-AAFE-0BDC-E077A8CAE0A0}"/>
              </a:ext>
            </a:extLst>
          </p:cNvPr>
          <p:cNvPicPr>
            <a:picLocks noChangeAspect="1"/>
          </p:cNvPicPr>
          <p:nvPr/>
        </p:nvPicPr>
        <p:blipFill>
          <a:blip r:embed="rId4"/>
          <a:stretch>
            <a:fillRect/>
          </a:stretch>
        </p:blipFill>
        <p:spPr>
          <a:xfrm>
            <a:off x="678607" y="1336798"/>
            <a:ext cx="1238423" cy="876422"/>
          </a:xfrm>
          <a:prstGeom prst="rect">
            <a:avLst/>
          </a:prstGeom>
        </p:spPr>
      </p:pic>
      <p:pic>
        <p:nvPicPr>
          <p:cNvPr id="7" name="Image 6">
            <a:extLst>
              <a:ext uri="{FF2B5EF4-FFF2-40B4-BE49-F238E27FC236}">
                <a16:creationId xmlns:a16="http://schemas.microsoft.com/office/drawing/2014/main" id="{48101615-5FE6-FB79-EAD1-D374F3CBFED8}"/>
              </a:ext>
            </a:extLst>
          </p:cNvPr>
          <p:cNvPicPr>
            <a:picLocks noChangeAspect="1"/>
          </p:cNvPicPr>
          <p:nvPr/>
        </p:nvPicPr>
        <p:blipFill>
          <a:blip r:embed="rId5"/>
          <a:stretch>
            <a:fillRect/>
          </a:stretch>
        </p:blipFill>
        <p:spPr>
          <a:xfrm>
            <a:off x="678607" y="2300569"/>
            <a:ext cx="7616061" cy="3065585"/>
          </a:xfrm>
          <a:prstGeom prst="rect">
            <a:avLst/>
          </a:prstGeom>
        </p:spPr>
      </p:pic>
      <p:pic>
        <p:nvPicPr>
          <p:cNvPr id="10" name="Image 9">
            <a:extLst>
              <a:ext uri="{FF2B5EF4-FFF2-40B4-BE49-F238E27FC236}">
                <a16:creationId xmlns:a16="http://schemas.microsoft.com/office/drawing/2014/main" id="{1DCFF297-9530-CB17-6AFE-803B5CD611E3}"/>
              </a:ext>
            </a:extLst>
          </p:cNvPr>
          <p:cNvPicPr>
            <a:picLocks noChangeAspect="1"/>
          </p:cNvPicPr>
          <p:nvPr/>
        </p:nvPicPr>
        <p:blipFill>
          <a:blip r:embed="rId6"/>
          <a:stretch>
            <a:fillRect/>
          </a:stretch>
        </p:blipFill>
        <p:spPr>
          <a:xfrm>
            <a:off x="6905544" y="5602914"/>
            <a:ext cx="1162212" cy="1028844"/>
          </a:xfrm>
          <a:prstGeom prst="rect">
            <a:avLst/>
          </a:prstGeom>
        </p:spPr>
      </p:pic>
      <p:sp>
        <p:nvSpPr>
          <p:cNvPr id="12" name="Rectangle 11">
            <a:extLst>
              <a:ext uri="{FF2B5EF4-FFF2-40B4-BE49-F238E27FC236}">
                <a16:creationId xmlns:a16="http://schemas.microsoft.com/office/drawing/2014/main" id="{2362D0A5-FD20-5E07-9159-342039B9D466}"/>
              </a:ext>
            </a:extLst>
          </p:cNvPr>
          <p:cNvSpPr/>
          <p:nvPr/>
        </p:nvSpPr>
        <p:spPr>
          <a:xfrm>
            <a:off x="750094" y="1336798"/>
            <a:ext cx="950690" cy="16208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Rectangle 13">
            <a:extLst>
              <a:ext uri="{FF2B5EF4-FFF2-40B4-BE49-F238E27FC236}">
                <a16:creationId xmlns:a16="http://schemas.microsoft.com/office/drawing/2014/main" id="{4FFC042E-92C1-AC2A-FB45-7FEA5A1398AB}"/>
              </a:ext>
            </a:extLst>
          </p:cNvPr>
          <p:cNvSpPr/>
          <p:nvPr/>
        </p:nvSpPr>
        <p:spPr>
          <a:xfrm>
            <a:off x="7011305" y="5586470"/>
            <a:ext cx="950690" cy="16208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id="{6968238C-DBEA-0E7C-7D6E-E2FCF779C53F}"/>
              </a:ext>
            </a:extLst>
          </p:cNvPr>
          <p:cNvSpPr/>
          <p:nvPr/>
        </p:nvSpPr>
        <p:spPr>
          <a:xfrm>
            <a:off x="2781765" y="2278562"/>
            <a:ext cx="548640" cy="195103"/>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id="{27F1BD69-3132-CB32-622A-CD63844F2A84}"/>
              </a:ext>
            </a:extLst>
          </p:cNvPr>
          <p:cNvSpPr/>
          <p:nvPr/>
        </p:nvSpPr>
        <p:spPr>
          <a:xfrm>
            <a:off x="2781765" y="3818151"/>
            <a:ext cx="548640" cy="195103"/>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094701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animBg="1"/>
      <p:bldP spid="14" grpId="0" animBg="1"/>
      <p:bldP spid="16" grpId="0" animBg="1"/>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96A34-716A-B047-CAE1-84CDAA6034EB}"/>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B0A18D4-DE00-D292-92DC-855E12B33A71}"/>
              </a:ext>
            </a:extLst>
          </p:cNvPr>
          <p:cNvSpPr>
            <a:spLocks noGrp="1"/>
          </p:cNvSpPr>
          <p:nvPr>
            <p:ph type="sldNum" idx="12"/>
          </p:nvPr>
        </p:nvSpPr>
        <p:spPr/>
        <p:txBody>
          <a:bodyPr/>
          <a:lstStyle/>
          <a:p>
            <a:fld id="{00000000-1234-1234-1234-123412341234}" type="slidenum">
              <a:rPr lang="fr-FR" smtClean="0"/>
              <a:pPr/>
              <a:t>47</a:t>
            </a:fld>
            <a:endParaRPr lang="fr-FR"/>
          </a:p>
        </p:txBody>
      </p:sp>
      <p:sp>
        <p:nvSpPr>
          <p:cNvPr id="47" name="Rectangle 46">
            <a:extLst>
              <a:ext uri="{FF2B5EF4-FFF2-40B4-BE49-F238E27FC236}">
                <a16:creationId xmlns:a16="http://schemas.microsoft.com/office/drawing/2014/main" id="{F578D636-77F2-7CEE-FC8B-1EE14DD1C5F7}"/>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AB8EFC82-539A-A6F8-8ED9-EC507ACC7AE1}"/>
              </a:ext>
            </a:extLst>
          </p:cNvPr>
          <p:cNvSpPr txBox="1"/>
          <p:nvPr/>
        </p:nvSpPr>
        <p:spPr>
          <a:xfrm>
            <a:off x="283129" y="616594"/>
            <a:ext cx="8449726" cy="584775"/>
          </a:xfrm>
          <a:prstGeom prst="rect">
            <a:avLst/>
          </a:prstGeom>
          <a:noFill/>
        </p:spPr>
        <p:txBody>
          <a:bodyPr wrap="square">
            <a:spAutoFit/>
          </a:bodyPr>
          <a:lstStyle/>
          <a:p>
            <a:r>
              <a:rPr lang="fr-FR" sz="1600" b="1" dirty="0">
                <a:solidFill>
                  <a:srgbClr val="A40000"/>
                </a:solidFill>
                <a:latin typeface="Gill Sans" panose="020B0604020202020204" charset="0"/>
              </a:rPr>
              <a:t>Création des sols en utilisant des facteurs multiplicatives  : </a:t>
            </a:r>
            <a:r>
              <a:rPr lang="fr-FR" sz="1600" b="1" u="sng" dirty="0" err="1">
                <a:solidFill>
                  <a:schemeClr val="tx1">
                    <a:lumMod val="95000"/>
                    <a:lumOff val="5000"/>
                  </a:schemeClr>
                </a:solidFill>
                <a:latin typeface="Gill Sans" panose="020B0604020202020204" charset="0"/>
              </a:rPr>
              <a:t>coeff</a:t>
            </a:r>
            <a:r>
              <a:rPr lang="fr-FR" sz="1600" b="1" u="sng" dirty="0">
                <a:solidFill>
                  <a:schemeClr val="tx1">
                    <a:lumMod val="95000"/>
                    <a:lumOff val="5000"/>
                  </a:schemeClr>
                </a:solidFill>
                <a:latin typeface="Gill Sans" panose="020B0604020202020204" charset="0"/>
              </a:rPr>
              <a:t> diff.xml</a:t>
            </a:r>
          </a:p>
          <a:p>
            <a:r>
              <a:rPr lang="fr-FR" sz="1600" b="1" dirty="0">
                <a:solidFill>
                  <a:srgbClr val="A40000"/>
                </a:solidFill>
                <a:latin typeface="Gill Sans" panose="020B0604020202020204" charset="0"/>
              </a:rPr>
              <a:t> </a:t>
            </a:r>
            <a:endParaRPr lang="en-US" sz="1600" b="1" dirty="0">
              <a:solidFill>
                <a:schemeClr val="tx1"/>
              </a:solidFill>
              <a:latin typeface="Gill Sans" panose="020B0604020202020204" charset="0"/>
            </a:endParaRPr>
          </a:p>
        </p:txBody>
      </p:sp>
      <p:pic>
        <p:nvPicPr>
          <p:cNvPr id="6" name="Image 5">
            <a:extLst>
              <a:ext uri="{FF2B5EF4-FFF2-40B4-BE49-F238E27FC236}">
                <a16:creationId xmlns:a16="http://schemas.microsoft.com/office/drawing/2014/main" id="{90B12F6B-2CA9-08ED-2F3B-96F24C8A4FD5}"/>
              </a:ext>
            </a:extLst>
          </p:cNvPr>
          <p:cNvPicPr>
            <a:picLocks noChangeAspect="1"/>
          </p:cNvPicPr>
          <p:nvPr/>
        </p:nvPicPr>
        <p:blipFill>
          <a:blip r:embed="rId3"/>
          <a:stretch>
            <a:fillRect/>
          </a:stretch>
        </p:blipFill>
        <p:spPr>
          <a:xfrm>
            <a:off x="249388" y="955148"/>
            <a:ext cx="3048425" cy="2772162"/>
          </a:xfrm>
          <a:prstGeom prst="rect">
            <a:avLst/>
          </a:prstGeom>
        </p:spPr>
      </p:pic>
      <p:pic>
        <p:nvPicPr>
          <p:cNvPr id="9" name="Image 8">
            <a:extLst>
              <a:ext uri="{FF2B5EF4-FFF2-40B4-BE49-F238E27FC236}">
                <a16:creationId xmlns:a16="http://schemas.microsoft.com/office/drawing/2014/main" id="{CAB0A714-5A08-79AB-6D49-3CA89871D94A}"/>
              </a:ext>
            </a:extLst>
          </p:cNvPr>
          <p:cNvPicPr>
            <a:picLocks noChangeAspect="1"/>
          </p:cNvPicPr>
          <p:nvPr/>
        </p:nvPicPr>
        <p:blipFill>
          <a:blip r:embed="rId4"/>
          <a:stretch>
            <a:fillRect/>
          </a:stretch>
        </p:blipFill>
        <p:spPr>
          <a:xfrm>
            <a:off x="-100919" y="2935224"/>
            <a:ext cx="9233195" cy="3786253"/>
          </a:xfrm>
          <a:prstGeom prst="rect">
            <a:avLst/>
          </a:prstGeom>
        </p:spPr>
      </p:pic>
      <p:pic>
        <p:nvPicPr>
          <p:cNvPr id="19" name="Image 18">
            <a:extLst>
              <a:ext uri="{FF2B5EF4-FFF2-40B4-BE49-F238E27FC236}">
                <a16:creationId xmlns:a16="http://schemas.microsoft.com/office/drawing/2014/main" id="{596AADE9-7AC2-A1CB-CFAD-8EA22BCCBD96}"/>
              </a:ext>
            </a:extLst>
          </p:cNvPr>
          <p:cNvPicPr>
            <a:picLocks noChangeAspect="1"/>
          </p:cNvPicPr>
          <p:nvPr/>
        </p:nvPicPr>
        <p:blipFill>
          <a:blip r:embed="rId5"/>
          <a:stretch>
            <a:fillRect/>
          </a:stretch>
        </p:blipFill>
        <p:spPr>
          <a:xfrm>
            <a:off x="4572000" y="1533484"/>
            <a:ext cx="2276793" cy="590632"/>
          </a:xfrm>
          <a:prstGeom prst="rect">
            <a:avLst/>
          </a:prstGeom>
        </p:spPr>
      </p:pic>
      <p:sp>
        <p:nvSpPr>
          <p:cNvPr id="20" name="Rectangle 19">
            <a:extLst>
              <a:ext uri="{FF2B5EF4-FFF2-40B4-BE49-F238E27FC236}">
                <a16:creationId xmlns:a16="http://schemas.microsoft.com/office/drawing/2014/main" id="{12E904EE-D182-D728-37B2-86D5FEE5E99F}"/>
              </a:ext>
            </a:extLst>
          </p:cNvPr>
          <p:cNvSpPr/>
          <p:nvPr/>
        </p:nvSpPr>
        <p:spPr>
          <a:xfrm>
            <a:off x="544567" y="1080172"/>
            <a:ext cx="735593" cy="22250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Rectangle 20">
            <a:extLst>
              <a:ext uri="{FF2B5EF4-FFF2-40B4-BE49-F238E27FC236}">
                <a16:creationId xmlns:a16="http://schemas.microsoft.com/office/drawing/2014/main" id="{F17BEFBC-9BC6-F391-510E-CBD456B75AC5}"/>
              </a:ext>
            </a:extLst>
          </p:cNvPr>
          <p:cNvSpPr/>
          <p:nvPr/>
        </p:nvSpPr>
        <p:spPr>
          <a:xfrm>
            <a:off x="544566" y="2107010"/>
            <a:ext cx="735593" cy="22250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Rectangle 21">
            <a:extLst>
              <a:ext uri="{FF2B5EF4-FFF2-40B4-BE49-F238E27FC236}">
                <a16:creationId xmlns:a16="http://schemas.microsoft.com/office/drawing/2014/main" id="{60AC8BF9-FD7F-5842-6F6D-42E7189EB90C}"/>
              </a:ext>
            </a:extLst>
          </p:cNvPr>
          <p:cNvSpPr/>
          <p:nvPr/>
        </p:nvSpPr>
        <p:spPr>
          <a:xfrm>
            <a:off x="824983" y="2935223"/>
            <a:ext cx="610625" cy="111253"/>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Rectangle 22">
            <a:extLst>
              <a:ext uri="{FF2B5EF4-FFF2-40B4-BE49-F238E27FC236}">
                <a16:creationId xmlns:a16="http://schemas.microsoft.com/office/drawing/2014/main" id="{A11E4BD0-0090-E0C2-DC93-5C1CCA3F371C}"/>
              </a:ext>
            </a:extLst>
          </p:cNvPr>
          <p:cNvSpPr/>
          <p:nvPr/>
        </p:nvSpPr>
        <p:spPr>
          <a:xfrm>
            <a:off x="824983" y="4767919"/>
            <a:ext cx="735593" cy="22250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04201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animBg="1"/>
      <p:bldP spid="21" grpId="0" animBg="1"/>
      <p:bldP spid="22" grpId="0" animBg="1"/>
      <p:bldP spid="2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494E8-BCBE-CC34-B577-FDD2FBE1175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92A930D-9BD0-A2E3-C6E4-5AD076A4C4E8}"/>
              </a:ext>
            </a:extLst>
          </p:cNvPr>
          <p:cNvSpPr>
            <a:spLocks noGrp="1"/>
          </p:cNvSpPr>
          <p:nvPr>
            <p:ph type="sldNum" idx="12"/>
          </p:nvPr>
        </p:nvSpPr>
        <p:spPr/>
        <p:txBody>
          <a:bodyPr/>
          <a:lstStyle/>
          <a:p>
            <a:fld id="{00000000-1234-1234-1234-123412341234}" type="slidenum">
              <a:rPr lang="fr-FR" smtClean="0"/>
              <a:pPr/>
              <a:t>48</a:t>
            </a:fld>
            <a:endParaRPr lang="fr-FR"/>
          </a:p>
        </p:txBody>
      </p:sp>
      <p:sp>
        <p:nvSpPr>
          <p:cNvPr id="47" name="Rectangle 46">
            <a:extLst>
              <a:ext uri="{FF2B5EF4-FFF2-40B4-BE49-F238E27FC236}">
                <a16:creationId xmlns:a16="http://schemas.microsoft.com/office/drawing/2014/main" id="{823536AF-7401-3388-3A64-F9AE6DAFD7A0}"/>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ECBCAF06-F510-88F4-C926-84F9579F980F}"/>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températue</a:t>
            </a:r>
            <a:r>
              <a:rPr lang="fr-FR" sz="1600" b="1" dirty="0">
                <a:solidFill>
                  <a:srgbClr val="A40000"/>
                </a:solidFill>
                <a:latin typeface="Gill Sans" panose="020B0604020202020204" charset="0"/>
              </a:rPr>
              <a:t> des feuilles et du tronc : </a:t>
            </a:r>
            <a:endParaRPr lang="en-US" sz="1600" b="1" dirty="0">
              <a:solidFill>
                <a:schemeClr val="tx1"/>
              </a:solidFill>
              <a:latin typeface="Gill Sans" panose="020B0604020202020204" charset="0"/>
            </a:endParaRPr>
          </a:p>
        </p:txBody>
      </p:sp>
      <p:sp>
        <p:nvSpPr>
          <p:cNvPr id="2" name="ZoneTexte 1">
            <a:extLst>
              <a:ext uri="{FF2B5EF4-FFF2-40B4-BE49-F238E27FC236}">
                <a16:creationId xmlns:a16="http://schemas.microsoft.com/office/drawing/2014/main" id="{94F3C133-E30A-6D32-A23E-CE0474074314}"/>
              </a:ext>
            </a:extLst>
          </p:cNvPr>
          <p:cNvSpPr txBox="1"/>
          <p:nvPr/>
        </p:nvSpPr>
        <p:spPr>
          <a:xfrm>
            <a:off x="5383922" y="910895"/>
            <a:ext cx="1521622" cy="1077218"/>
          </a:xfrm>
          <a:prstGeom prst="rect">
            <a:avLst/>
          </a:prstGeom>
          <a:noFill/>
        </p:spPr>
        <p:txBody>
          <a:bodyPr wrap="square">
            <a:spAutoFit/>
          </a:bodyPr>
          <a:lstStyle/>
          <a:p>
            <a:r>
              <a:rPr lang="fr-FR" sz="1600" b="1" u="sng" dirty="0" err="1">
                <a:solidFill>
                  <a:schemeClr val="tx1">
                    <a:lumMod val="95000"/>
                    <a:lumOff val="5000"/>
                  </a:schemeClr>
                </a:solidFill>
                <a:latin typeface="Gill Sans" panose="020B0604020202020204" charset="0"/>
              </a:rPr>
              <a:t>coeff</a:t>
            </a:r>
            <a:r>
              <a:rPr lang="fr-FR" sz="1600" b="1" u="sng" dirty="0">
                <a:solidFill>
                  <a:schemeClr val="tx1">
                    <a:lumMod val="95000"/>
                    <a:lumOff val="5000"/>
                  </a:schemeClr>
                </a:solidFill>
                <a:latin typeface="Gill Sans" panose="020B0604020202020204" charset="0"/>
              </a:rPr>
              <a:t> diff.xml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8" name="Image 7">
            <a:extLst>
              <a:ext uri="{FF2B5EF4-FFF2-40B4-BE49-F238E27FC236}">
                <a16:creationId xmlns:a16="http://schemas.microsoft.com/office/drawing/2014/main" id="{94DF6FD3-C1E8-25BE-5E42-4033CB3EBBBE}"/>
              </a:ext>
            </a:extLst>
          </p:cNvPr>
          <p:cNvPicPr>
            <a:picLocks noChangeAspect="1"/>
          </p:cNvPicPr>
          <p:nvPr/>
        </p:nvPicPr>
        <p:blipFill>
          <a:blip r:embed="rId3"/>
          <a:stretch>
            <a:fillRect/>
          </a:stretch>
        </p:blipFill>
        <p:spPr>
          <a:xfrm>
            <a:off x="6905544" y="5529123"/>
            <a:ext cx="1505160" cy="1009791"/>
          </a:xfrm>
          <a:prstGeom prst="rect">
            <a:avLst/>
          </a:prstGeom>
        </p:spPr>
      </p:pic>
      <p:pic>
        <p:nvPicPr>
          <p:cNvPr id="11" name="Image 10">
            <a:extLst>
              <a:ext uri="{FF2B5EF4-FFF2-40B4-BE49-F238E27FC236}">
                <a16:creationId xmlns:a16="http://schemas.microsoft.com/office/drawing/2014/main" id="{F7E664F2-B174-1FF3-1CEC-53DE7D247A34}"/>
              </a:ext>
            </a:extLst>
          </p:cNvPr>
          <p:cNvPicPr>
            <a:picLocks noChangeAspect="1"/>
          </p:cNvPicPr>
          <p:nvPr/>
        </p:nvPicPr>
        <p:blipFill>
          <a:blip r:embed="rId4"/>
          <a:stretch>
            <a:fillRect/>
          </a:stretch>
        </p:blipFill>
        <p:spPr>
          <a:xfrm>
            <a:off x="733296" y="2075462"/>
            <a:ext cx="7963428" cy="3471436"/>
          </a:xfrm>
          <a:prstGeom prst="rect">
            <a:avLst/>
          </a:prstGeom>
        </p:spPr>
      </p:pic>
      <p:pic>
        <p:nvPicPr>
          <p:cNvPr id="13" name="Image 12">
            <a:extLst>
              <a:ext uri="{FF2B5EF4-FFF2-40B4-BE49-F238E27FC236}">
                <a16:creationId xmlns:a16="http://schemas.microsoft.com/office/drawing/2014/main" id="{E417BDDC-BA36-234B-6DAA-87A595A35B4B}"/>
              </a:ext>
            </a:extLst>
          </p:cNvPr>
          <p:cNvPicPr>
            <a:picLocks noChangeAspect="1"/>
          </p:cNvPicPr>
          <p:nvPr/>
        </p:nvPicPr>
        <p:blipFill>
          <a:blip r:embed="rId5"/>
          <a:stretch>
            <a:fillRect/>
          </a:stretch>
        </p:blipFill>
        <p:spPr>
          <a:xfrm>
            <a:off x="852989" y="1266008"/>
            <a:ext cx="1381318" cy="647790"/>
          </a:xfrm>
          <a:prstGeom prst="rect">
            <a:avLst/>
          </a:prstGeom>
        </p:spPr>
      </p:pic>
      <p:sp>
        <p:nvSpPr>
          <p:cNvPr id="14" name="Rectangle 13">
            <a:extLst>
              <a:ext uri="{FF2B5EF4-FFF2-40B4-BE49-F238E27FC236}">
                <a16:creationId xmlns:a16="http://schemas.microsoft.com/office/drawing/2014/main" id="{0FC2C6F6-4D03-5294-899F-0A97DF14F11B}"/>
              </a:ext>
            </a:extLst>
          </p:cNvPr>
          <p:cNvSpPr/>
          <p:nvPr/>
        </p:nvSpPr>
        <p:spPr>
          <a:xfrm>
            <a:off x="969550" y="1266008"/>
            <a:ext cx="950690" cy="16208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id="{AE665F86-B108-94CE-0128-25043A2D20DF}"/>
              </a:ext>
            </a:extLst>
          </p:cNvPr>
          <p:cNvSpPr/>
          <p:nvPr/>
        </p:nvSpPr>
        <p:spPr>
          <a:xfrm>
            <a:off x="7044448" y="5559838"/>
            <a:ext cx="950690" cy="16208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id="{01D1C6DC-4A48-976B-6CBB-B986F00E59B1}"/>
              </a:ext>
            </a:extLst>
          </p:cNvPr>
          <p:cNvSpPr/>
          <p:nvPr/>
        </p:nvSpPr>
        <p:spPr>
          <a:xfrm>
            <a:off x="4690872" y="2898648"/>
            <a:ext cx="1097280" cy="198662"/>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Rectangle 17">
            <a:extLst>
              <a:ext uri="{FF2B5EF4-FFF2-40B4-BE49-F238E27FC236}">
                <a16:creationId xmlns:a16="http://schemas.microsoft.com/office/drawing/2014/main" id="{ED5A92C0-1885-0EBB-47EC-BF8D72CBB443}"/>
              </a:ext>
            </a:extLst>
          </p:cNvPr>
          <p:cNvSpPr/>
          <p:nvPr/>
        </p:nvSpPr>
        <p:spPr>
          <a:xfrm>
            <a:off x="4715010" y="3493007"/>
            <a:ext cx="1182870" cy="198661"/>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Rectangle 18">
            <a:extLst>
              <a:ext uri="{FF2B5EF4-FFF2-40B4-BE49-F238E27FC236}">
                <a16:creationId xmlns:a16="http://schemas.microsoft.com/office/drawing/2014/main" id="{61944C00-BFDE-E27C-4B11-6F365FA524A0}"/>
              </a:ext>
            </a:extLst>
          </p:cNvPr>
          <p:cNvSpPr/>
          <p:nvPr/>
        </p:nvSpPr>
        <p:spPr>
          <a:xfrm>
            <a:off x="4715010" y="4160017"/>
            <a:ext cx="1073142" cy="198661"/>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Rectangle 19">
            <a:extLst>
              <a:ext uri="{FF2B5EF4-FFF2-40B4-BE49-F238E27FC236}">
                <a16:creationId xmlns:a16="http://schemas.microsoft.com/office/drawing/2014/main" id="{96364CA7-EADC-F214-3DE4-4641756AD8B6}"/>
              </a:ext>
            </a:extLst>
          </p:cNvPr>
          <p:cNvSpPr/>
          <p:nvPr/>
        </p:nvSpPr>
        <p:spPr>
          <a:xfrm>
            <a:off x="4715010" y="4754126"/>
            <a:ext cx="1182870" cy="198661"/>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896862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14" grpId="0" animBg="1"/>
      <p:bldP spid="16" grpId="0" animBg="1"/>
      <p:bldP spid="17" grpId="0" animBg="1"/>
      <p:bldP spid="18" grpId="0" animBg="1"/>
      <p:bldP spid="19" grpId="0" animBg="1"/>
      <p:bldP spid="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29616-CA4F-2CC0-6AA1-656FDF00AAF0}"/>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D2A8747-1D5D-4C61-BF6A-48D975502A9F}"/>
              </a:ext>
            </a:extLst>
          </p:cNvPr>
          <p:cNvSpPr>
            <a:spLocks noGrp="1"/>
          </p:cNvSpPr>
          <p:nvPr>
            <p:ph type="sldNum" idx="12"/>
          </p:nvPr>
        </p:nvSpPr>
        <p:spPr/>
        <p:txBody>
          <a:bodyPr/>
          <a:lstStyle/>
          <a:p>
            <a:fld id="{00000000-1234-1234-1234-123412341234}" type="slidenum">
              <a:rPr lang="fr-FR" smtClean="0"/>
              <a:pPr/>
              <a:t>49</a:t>
            </a:fld>
            <a:endParaRPr lang="fr-FR"/>
          </a:p>
        </p:txBody>
      </p:sp>
      <p:sp>
        <p:nvSpPr>
          <p:cNvPr id="47" name="Rectangle 46">
            <a:extLst>
              <a:ext uri="{FF2B5EF4-FFF2-40B4-BE49-F238E27FC236}">
                <a16:creationId xmlns:a16="http://schemas.microsoft.com/office/drawing/2014/main" id="{492BDDEB-DF40-9AB3-1EB1-8D54F59B4FE6}"/>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3688F8E8-4E9A-C253-70B5-2B6C75CB6A4D}"/>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Mise a jour  </a:t>
            </a:r>
            <a:r>
              <a:rPr lang="fr-FR" sz="1600" b="1" dirty="0" err="1">
                <a:solidFill>
                  <a:srgbClr val="A40000"/>
                </a:solidFill>
                <a:latin typeface="Gill Sans" panose="020B0604020202020204" charset="0"/>
              </a:rPr>
              <a:t>Earth</a:t>
            </a:r>
            <a:r>
              <a:rPr lang="fr-FR" sz="1600" b="1" dirty="0">
                <a:solidFill>
                  <a:srgbClr val="A40000"/>
                </a:solidFill>
                <a:latin typeface="Gill Sans" panose="020B0604020202020204" charset="0"/>
              </a:rPr>
              <a:t> </a:t>
            </a:r>
            <a:r>
              <a:rPr lang="fr-FR" sz="1600" b="1" dirty="0" err="1">
                <a:solidFill>
                  <a:srgbClr val="A40000"/>
                </a:solidFill>
                <a:latin typeface="Gill Sans" panose="020B0604020202020204" charset="0"/>
              </a:rPr>
              <a:t>Scene</a:t>
            </a:r>
            <a:r>
              <a:rPr lang="fr-FR" sz="1600" b="1" dirty="0">
                <a:solidFill>
                  <a:srgbClr val="A40000"/>
                </a:solidFill>
                <a:latin typeface="Gill Sans" panose="020B0604020202020204" charset="0"/>
              </a:rPr>
              <a:t> :  </a:t>
            </a:r>
            <a:endParaRPr lang="en-US" sz="1600" b="1" dirty="0">
              <a:solidFill>
                <a:schemeClr val="tx1"/>
              </a:solidFill>
              <a:latin typeface="Gill Sans" panose="020B0604020202020204" charset="0"/>
            </a:endParaRPr>
          </a:p>
        </p:txBody>
      </p:sp>
      <p:pic>
        <p:nvPicPr>
          <p:cNvPr id="6" name="Image 5">
            <a:extLst>
              <a:ext uri="{FF2B5EF4-FFF2-40B4-BE49-F238E27FC236}">
                <a16:creationId xmlns:a16="http://schemas.microsoft.com/office/drawing/2014/main" id="{715582A0-D64F-BD81-E596-10E4610C8ACC}"/>
              </a:ext>
            </a:extLst>
          </p:cNvPr>
          <p:cNvPicPr>
            <a:picLocks noChangeAspect="1"/>
          </p:cNvPicPr>
          <p:nvPr/>
        </p:nvPicPr>
        <p:blipFill>
          <a:blip r:embed="rId3"/>
          <a:stretch>
            <a:fillRect/>
          </a:stretch>
        </p:blipFill>
        <p:spPr>
          <a:xfrm>
            <a:off x="694784" y="1668774"/>
            <a:ext cx="7754432" cy="3953427"/>
          </a:xfrm>
          <a:prstGeom prst="rect">
            <a:avLst/>
          </a:prstGeom>
        </p:spPr>
      </p:pic>
      <p:sp>
        <p:nvSpPr>
          <p:cNvPr id="7" name="ZoneTexte 6">
            <a:extLst>
              <a:ext uri="{FF2B5EF4-FFF2-40B4-BE49-F238E27FC236}">
                <a16:creationId xmlns:a16="http://schemas.microsoft.com/office/drawing/2014/main" id="{BF9637BC-41CF-63A1-24FE-2A946F68980C}"/>
              </a:ext>
            </a:extLst>
          </p:cNvPr>
          <p:cNvSpPr txBox="1"/>
          <p:nvPr/>
        </p:nvSpPr>
        <p:spPr>
          <a:xfrm>
            <a:off x="3050378" y="910895"/>
            <a:ext cx="1521622" cy="1077218"/>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Maket.xml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sp>
        <p:nvSpPr>
          <p:cNvPr id="9" name="Rectangle 8">
            <a:extLst>
              <a:ext uri="{FF2B5EF4-FFF2-40B4-BE49-F238E27FC236}">
                <a16:creationId xmlns:a16="http://schemas.microsoft.com/office/drawing/2014/main" id="{D0D896F9-19D4-3FCB-08B0-8889B39EFDA7}"/>
              </a:ext>
            </a:extLst>
          </p:cNvPr>
          <p:cNvSpPr/>
          <p:nvPr/>
        </p:nvSpPr>
        <p:spPr>
          <a:xfrm>
            <a:off x="4828318" y="4050792"/>
            <a:ext cx="950690" cy="16208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id="{4A015168-B311-C4D4-C59B-4BED23698205}"/>
              </a:ext>
            </a:extLst>
          </p:cNvPr>
          <p:cNvSpPr/>
          <p:nvPr/>
        </p:nvSpPr>
        <p:spPr>
          <a:xfrm>
            <a:off x="5066062" y="4690192"/>
            <a:ext cx="950690" cy="162086"/>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81053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animBg="1"/>
      <p:bldP spid="1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AAA8-9CB7-9C69-AC35-1CDBECE25E9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C9BF3BA-0EE3-E2DE-6ADC-E5BE3C6AC51D}"/>
              </a:ext>
            </a:extLst>
          </p:cNvPr>
          <p:cNvSpPr>
            <a:spLocks noGrp="1"/>
          </p:cNvSpPr>
          <p:nvPr>
            <p:ph type="sldNum" idx="12"/>
          </p:nvPr>
        </p:nvSpPr>
        <p:spPr/>
        <p:txBody>
          <a:bodyPr/>
          <a:lstStyle/>
          <a:p>
            <a:fld id="{00000000-1234-1234-1234-123412341234}" type="slidenum">
              <a:rPr lang="fr-FR" smtClean="0"/>
              <a:pPr/>
              <a:t>50</a:t>
            </a:fld>
            <a:endParaRPr lang="fr-FR"/>
          </a:p>
        </p:txBody>
      </p:sp>
      <p:sp>
        <p:nvSpPr>
          <p:cNvPr id="47" name="Rectangle 46">
            <a:extLst>
              <a:ext uri="{FF2B5EF4-FFF2-40B4-BE49-F238E27FC236}">
                <a16:creationId xmlns:a16="http://schemas.microsoft.com/office/drawing/2014/main" id="{75D01447-C1CE-32B5-023A-EAC428EF6001}"/>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0ACAE970-7040-D118-AE4B-10A715D6F05A}"/>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Mise a jour  </a:t>
            </a:r>
            <a:r>
              <a:rPr lang="fr-FR" sz="1600" b="1" dirty="0" err="1">
                <a:solidFill>
                  <a:srgbClr val="A40000"/>
                </a:solidFill>
                <a:latin typeface="Gill Sans" panose="020B0604020202020204" charset="0"/>
              </a:rPr>
              <a:t>Earth</a:t>
            </a:r>
            <a:r>
              <a:rPr lang="fr-FR" sz="1600" b="1" dirty="0">
                <a:solidFill>
                  <a:srgbClr val="A40000"/>
                </a:solidFill>
                <a:latin typeface="Gill Sans" panose="020B0604020202020204" charset="0"/>
              </a:rPr>
              <a:t> </a:t>
            </a:r>
            <a:r>
              <a:rPr lang="fr-FR" sz="1600" b="1" dirty="0" err="1">
                <a:solidFill>
                  <a:srgbClr val="A40000"/>
                </a:solidFill>
                <a:latin typeface="Gill Sans" panose="020B0604020202020204" charset="0"/>
              </a:rPr>
              <a:t>Scene</a:t>
            </a:r>
            <a:r>
              <a:rPr lang="fr-FR" sz="1600" b="1" dirty="0">
                <a:solidFill>
                  <a:srgbClr val="A40000"/>
                </a:solidFill>
                <a:latin typeface="Gill Sans" panose="020B0604020202020204" charset="0"/>
              </a:rPr>
              <a:t> :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A1881995-50E0-BE57-FE99-0D9BAC935C47}"/>
              </a:ext>
            </a:extLst>
          </p:cNvPr>
          <p:cNvSpPr txBox="1"/>
          <p:nvPr/>
        </p:nvSpPr>
        <p:spPr>
          <a:xfrm>
            <a:off x="3050378" y="910895"/>
            <a:ext cx="1521622" cy="1077218"/>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Maket.xml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D5E4C202-015B-7E25-54C4-6746C0734B92}"/>
              </a:ext>
            </a:extLst>
          </p:cNvPr>
          <p:cNvPicPr>
            <a:picLocks noChangeAspect="1"/>
          </p:cNvPicPr>
          <p:nvPr/>
        </p:nvPicPr>
        <p:blipFill>
          <a:blip r:embed="rId3"/>
          <a:stretch>
            <a:fillRect/>
          </a:stretch>
        </p:blipFill>
        <p:spPr>
          <a:xfrm>
            <a:off x="274988" y="1783080"/>
            <a:ext cx="8327784" cy="4320429"/>
          </a:xfrm>
          <a:prstGeom prst="rect">
            <a:avLst/>
          </a:prstGeom>
        </p:spPr>
      </p:pic>
      <p:sp>
        <p:nvSpPr>
          <p:cNvPr id="8" name="Rectangle 7">
            <a:extLst>
              <a:ext uri="{FF2B5EF4-FFF2-40B4-BE49-F238E27FC236}">
                <a16:creationId xmlns:a16="http://schemas.microsoft.com/office/drawing/2014/main" id="{9B9FDA3A-B896-CFA7-2A5B-D8630A645EC3}"/>
              </a:ext>
            </a:extLst>
          </p:cNvPr>
          <p:cNvSpPr/>
          <p:nvPr/>
        </p:nvSpPr>
        <p:spPr>
          <a:xfrm>
            <a:off x="3576484" y="2697480"/>
            <a:ext cx="1342988" cy="18951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B91201BE-E33C-D2B7-9F67-415370CBFED4}"/>
              </a:ext>
            </a:extLst>
          </p:cNvPr>
          <p:cNvSpPr/>
          <p:nvPr/>
        </p:nvSpPr>
        <p:spPr>
          <a:xfrm>
            <a:off x="4444126" y="3429000"/>
            <a:ext cx="1033129" cy="16736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43446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animBg="1"/>
      <p:bldP spid="1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B2370-CDF9-67F4-F349-63A6CC409C3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0B843502-1B1A-9083-DACA-114B4F45B149}"/>
              </a:ext>
            </a:extLst>
          </p:cNvPr>
          <p:cNvSpPr>
            <a:spLocks noGrp="1"/>
          </p:cNvSpPr>
          <p:nvPr>
            <p:ph type="sldNum" idx="12"/>
          </p:nvPr>
        </p:nvSpPr>
        <p:spPr/>
        <p:txBody>
          <a:bodyPr/>
          <a:lstStyle/>
          <a:p>
            <a:fld id="{00000000-1234-1234-1234-123412341234}" type="slidenum">
              <a:rPr lang="fr-FR" smtClean="0"/>
              <a:pPr/>
              <a:t>51</a:t>
            </a:fld>
            <a:endParaRPr lang="fr-FR"/>
          </a:p>
        </p:txBody>
      </p:sp>
      <p:sp>
        <p:nvSpPr>
          <p:cNvPr id="47" name="Rectangle 46">
            <a:extLst>
              <a:ext uri="{FF2B5EF4-FFF2-40B4-BE49-F238E27FC236}">
                <a16:creationId xmlns:a16="http://schemas.microsoft.com/office/drawing/2014/main" id="{C0A15060-DB03-8058-019D-CA52D171AD64}"/>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59D6EE78-FF18-6E0A-7D08-23B772D60AC9}"/>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objets :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BA812985-205C-758A-48EE-0E7A238681A8}"/>
              </a:ext>
            </a:extLst>
          </p:cNvPr>
          <p:cNvSpPr txBox="1"/>
          <p:nvPr/>
        </p:nvSpPr>
        <p:spPr>
          <a:xfrm>
            <a:off x="2549674" y="910895"/>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Object 3d.xml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6" name="Image 5">
            <a:extLst>
              <a:ext uri="{FF2B5EF4-FFF2-40B4-BE49-F238E27FC236}">
                <a16:creationId xmlns:a16="http://schemas.microsoft.com/office/drawing/2014/main" id="{6C68C3DA-075D-91CF-60DA-E55AFE0AD234}"/>
              </a:ext>
            </a:extLst>
          </p:cNvPr>
          <p:cNvPicPr>
            <a:picLocks noChangeAspect="1"/>
          </p:cNvPicPr>
          <p:nvPr/>
        </p:nvPicPr>
        <p:blipFill>
          <a:blip r:embed="rId3"/>
          <a:stretch>
            <a:fillRect/>
          </a:stretch>
        </p:blipFill>
        <p:spPr>
          <a:xfrm>
            <a:off x="737651" y="2204866"/>
            <a:ext cx="7668695" cy="2448267"/>
          </a:xfrm>
          <a:prstGeom prst="rect">
            <a:avLst/>
          </a:prstGeom>
        </p:spPr>
      </p:pic>
      <p:sp>
        <p:nvSpPr>
          <p:cNvPr id="9" name="ZoneTexte 8">
            <a:extLst>
              <a:ext uri="{FF2B5EF4-FFF2-40B4-BE49-F238E27FC236}">
                <a16:creationId xmlns:a16="http://schemas.microsoft.com/office/drawing/2014/main" id="{00CD206B-42D9-F70C-EE1A-D9D8C248AF81}"/>
              </a:ext>
            </a:extLst>
          </p:cNvPr>
          <p:cNvSpPr txBox="1"/>
          <p:nvPr/>
        </p:nvSpPr>
        <p:spPr>
          <a:xfrm>
            <a:off x="3269002" y="1712423"/>
            <a:ext cx="2022325" cy="830997"/>
          </a:xfrm>
          <a:prstGeom prst="rect">
            <a:avLst/>
          </a:prstGeom>
          <a:noFill/>
        </p:spPr>
        <p:txBody>
          <a:bodyPr wrap="square">
            <a:spAutoFit/>
          </a:bodyPr>
          <a:lstStyle/>
          <a:p>
            <a:r>
              <a:rPr lang="fr-FR" sz="1600" b="1" dirty="0">
                <a:solidFill>
                  <a:schemeClr val="tx1">
                    <a:lumMod val="95000"/>
                    <a:lumOff val="5000"/>
                  </a:schemeClr>
                </a:solidFill>
                <a:latin typeface="Gill Sans" panose="020B0604020202020204" charset="0"/>
              </a:rPr>
              <a:t>Positions.txt</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sp>
        <p:nvSpPr>
          <p:cNvPr id="10" name="Rectangle 9">
            <a:extLst>
              <a:ext uri="{FF2B5EF4-FFF2-40B4-BE49-F238E27FC236}">
                <a16:creationId xmlns:a16="http://schemas.microsoft.com/office/drawing/2014/main" id="{D0003FB7-082F-C4B9-22BC-13097E0CFE3E}"/>
              </a:ext>
            </a:extLst>
          </p:cNvPr>
          <p:cNvSpPr/>
          <p:nvPr/>
        </p:nvSpPr>
        <p:spPr>
          <a:xfrm>
            <a:off x="758627" y="4361688"/>
            <a:ext cx="3293202" cy="38404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23275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4F168-BBB6-2754-934F-B157235DB45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D47F63D-C03D-D197-C07C-1AA3A92CD90A}"/>
              </a:ext>
            </a:extLst>
          </p:cNvPr>
          <p:cNvSpPr>
            <a:spLocks noGrp="1"/>
          </p:cNvSpPr>
          <p:nvPr>
            <p:ph type="sldNum" idx="12"/>
          </p:nvPr>
        </p:nvSpPr>
        <p:spPr/>
        <p:txBody>
          <a:bodyPr/>
          <a:lstStyle/>
          <a:p>
            <a:fld id="{00000000-1234-1234-1234-123412341234}" type="slidenum">
              <a:rPr lang="fr-FR" smtClean="0"/>
              <a:pPr/>
              <a:t>52</a:t>
            </a:fld>
            <a:endParaRPr lang="fr-FR"/>
          </a:p>
        </p:txBody>
      </p:sp>
      <p:sp>
        <p:nvSpPr>
          <p:cNvPr id="47" name="Rectangle 46">
            <a:extLst>
              <a:ext uri="{FF2B5EF4-FFF2-40B4-BE49-F238E27FC236}">
                <a16:creationId xmlns:a16="http://schemas.microsoft.com/office/drawing/2014/main" id="{57172403-5108-22A5-0743-021967766823}"/>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3C1D080A-48DE-876B-4345-1D55C811CE97}"/>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objets :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DD236B88-2B4D-3B0A-202E-E5F8835379C4}"/>
              </a:ext>
            </a:extLst>
          </p:cNvPr>
          <p:cNvSpPr txBox="1"/>
          <p:nvPr/>
        </p:nvSpPr>
        <p:spPr>
          <a:xfrm>
            <a:off x="2549674" y="910895"/>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Object 3d.xml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B6E2223E-D8C7-766D-6918-FCF82BB24869}"/>
              </a:ext>
            </a:extLst>
          </p:cNvPr>
          <p:cNvPicPr>
            <a:picLocks noChangeAspect="1"/>
          </p:cNvPicPr>
          <p:nvPr/>
        </p:nvPicPr>
        <p:blipFill>
          <a:blip r:embed="rId3"/>
          <a:stretch>
            <a:fillRect/>
          </a:stretch>
        </p:blipFill>
        <p:spPr>
          <a:xfrm>
            <a:off x="466009" y="4609632"/>
            <a:ext cx="8449726" cy="1556811"/>
          </a:xfrm>
          <a:prstGeom prst="rect">
            <a:avLst/>
          </a:prstGeom>
        </p:spPr>
      </p:pic>
      <p:pic>
        <p:nvPicPr>
          <p:cNvPr id="11" name="Image 10">
            <a:extLst>
              <a:ext uri="{FF2B5EF4-FFF2-40B4-BE49-F238E27FC236}">
                <a16:creationId xmlns:a16="http://schemas.microsoft.com/office/drawing/2014/main" id="{333DA305-7EDE-3BE9-DFD8-1FE12DEFE5D3}"/>
              </a:ext>
            </a:extLst>
          </p:cNvPr>
          <p:cNvPicPr>
            <a:picLocks noChangeAspect="1"/>
          </p:cNvPicPr>
          <p:nvPr/>
        </p:nvPicPr>
        <p:blipFill>
          <a:blip r:embed="rId4"/>
          <a:stretch>
            <a:fillRect/>
          </a:stretch>
        </p:blipFill>
        <p:spPr>
          <a:xfrm>
            <a:off x="151402" y="1614392"/>
            <a:ext cx="4955658" cy="2208873"/>
          </a:xfrm>
          <a:prstGeom prst="rect">
            <a:avLst/>
          </a:prstGeom>
        </p:spPr>
      </p:pic>
      <p:pic>
        <p:nvPicPr>
          <p:cNvPr id="13" name="Image 12">
            <a:extLst>
              <a:ext uri="{FF2B5EF4-FFF2-40B4-BE49-F238E27FC236}">
                <a16:creationId xmlns:a16="http://schemas.microsoft.com/office/drawing/2014/main" id="{573162DE-AF69-CB23-96AB-0AD2112C67AA}"/>
              </a:ext>
            </a:extLst>
          </p:cNvPr>
          <p:cNvPicPr>
            <a:picLocks noChangeAspect="1"/>
          </p:cNvPicPr>
          <p:nvPr/>
        </p:nvPicPr>
        <p:blipFill>
          <a:blip r:embed="rId5"/>
          <a:stretch>
            <a:fillRect/>
          </a:stretch>
        </p:blipFill>
        <p:spPr>
          <a:xfrm>
            <a:off x="5270178" y="832104"/>
            <a:ext cx="3753393" cy="3682574"/>
          </a:xfrm>
          <a:prstGeom prst="rect">
            <a:avLst/>
          </a:prstGeom>
        </p:spPr>
      </p:pic>
      <p:sp>
        <p:nvSpPr>
          <p:cNvPr id="14" name="Rectangle 13">
            <a:extLst>
              <a:ext uri="{FF2B5EF4-FFF2-40B4-BE49-F238E27FC236}">
                <a16:creationId xmlns:a16="http://schemas.microsoft.com/office/drawing/2014/main" id="{FC6D7CAB-359F-D0E7-130C-3B9CDB7D8548}"/>
              </a:ext>
            </a:extLst>
          </p:cNvPr>
          <p:cNvSpPr/>
          <p:nvPr/>
        </p:nvSpPr>
        <p:spPr>
          <a:xfrm>
            <a:off x="3578101" y="1836846"/>
            <a:ext cx="1342988" cy="18951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a:extLst>
              <a:ext uri="{FF2B5EF4-FFF2-40B4-BE49-F238E27FC236}">
                <a16:creationId xmlns:a16="http://schemas.microsoft.com/office/drawing/2014/main" id="{02500A18-7439-402B-A776-4FA8EA012F8E}"/>
              </a:ext>
            </a:extLst>
          </p:cNvPr>
          <p:cNvSpPr/>
          <p:nvPr/>
        </p:nvSpPr>
        <p:spPr>
          <a:xfrm>
            <a:off x="604683" y="4737133"/>
            <a:ext cx="8311052" cy="140363"/>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Rectangle 15">
            <a:extLst>
              <a:ext uri="{FF2B5EF4-FFF2-40B4-BE49-F238E27FC236}">
                <a16:creationId xmlns:a16="http://schemas.microsoft.com/office/drawing/2014/main" id="{487E14F5-47A3-B3E1-A6B9-E1BB7C4D6520}"/>
              </a:ext>
            </a:extLst>
          </p:cNvPr>
          <p:cNvSpPr/>
          <p:nvPr/>
        </p:nvSpPr>
        <p:spPr>
          <a:xfrm>
            <a:off x="7063006" y="890654"/>
            <a:ext cx="1751809" cy="3624024"/>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7" name="Rectangle 16">
            <a:extLst>
              <a:ext uri="{FF2B5EF4-FFF2-40B4-BE49-F238E27FC236}">
                <a16:creationId xmlns:a16="http://schemas.microsoft.com/office/drawing/2014/main" id="{8A04DE1D-BD4E-AF6A-7BB7-18F549759611}"/>
              </a:ext>
            </a:extLst>
          </p:cNvPr>
          <p:cNvSpPr/>
          <p:nvPr/>
        </p:nvSpPr>
        <p:spPr>
          <a:xfrm>
            <a:off x="677883" y="4931985"/>
            <a:ext cx="8000108" cy="123445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852130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4" grpId="0" animBg="1"/>
      <p:bldP spid="15" grpId="0" animBg="1"/>
      <p:bldP spid="16" grpId="0" animBg="1"/>
      <p:bldP spid="1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26786-2988-93CC-55B4-A251CE30AA1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4C6B8AD2-A47A-5E0C-AD94-93D93826BB9D}"/>
              </a:ext>
            </a:extLst>
          </p:cNvPr>
          <p:cNvSpPr>
            <a:spLocks noGrp="1"/>
          </p:cNvSpPr>
          <p:nvPr>
            <p:ph type="sldNum" idx="12"/>
          </p:nvPr>
        </p:nvSpPr>
        <p:spPr/>
        <p:txBody>
          <a:bodyPr/>
          <a:lstStyle/>
          <a:p>
            <a:fld id="{00000000-1234-1234-1234-123412341234}" type="slidenum">
              <a:rPr lang="fr-FR" smtClean="0"/>
              <a:pPr/>
              <a:t>53</a:t>
            </a:fld>
            <a:endParaRPr lang="fr-FR"/>
          </a:p>
        </p:txBody>
      </p:sp>
      <p:sp>
        <p:nvSpPr>
          <p:cNvPr id="47" name="Rectangle 46">
            <a:extLst>
              <a:ext uri="{FF2B5EF4-FFF2-40B4-BE49-F238E27FC236}">
                <a16:creationId xmlns:a16="http://schemas.microsoft.com/office/drawing/2014/main" id="{DA01B0EC-C148-8A4E-4B5C-733910AA7A4E}"/>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C7BF0480-E146-B63C-A5BC-195BEAE773E3}"/>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objets :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ACB9A999-0EAB-E820-7421-9A90D7819B88}"/>
              </a:ext>
            </a:extLst>
          </p:cNvPr>
          <p:cNvSpPr txBox="1"/>
          <p:nvPr/>
        </p:nvSpPr>
        <p:spPr>
          <a:xfrm>
            <a:off x="2549674" y="910895"/>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Object 3d.xml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F8450035-090A-68F1-FD63-50A1885818A1}"/>
              </a:ext>
            </a:extLst>
          </p:cNvPr>
          <p:cNvPicPr>
            <a:picLocks noChangeAspect="1"/>
          </p:cNvPicPr>
          <p:nvPr/>
        </p:nvPicPr>
        <p:blipFill>
          <a:blip r:embed="rId3"/>
          <a:stretch>
            <a:fillRect/>
          </a:stretch>
        </p:blipFill>
        <p:spPr>
          <a:xfrm>
            <a:off x="384048" y="1491579"/>
            <a:ext cx="6546469" cy="4122837"/>
          </a:xfrm>
          <a:prstGeom prst="rect">
            <a:avLst/>
          </a:prstGeom>
        </p:spPr>
      </p:pic>
      <p:pic>
        <p:nvPicPr>
          <p:cNvPr id="13" name="Image 12">
            <a:extLst>
              <a:ext uri="{FF2B5EF4-FFF2-40B4-BE49-F238E27FC236}">
                <a16:creationId xmlns:a16="http://schemas.microsoft.com/office/drawing/2014/main" id="{138286F0-1F2D-F38D-2CC4-67AF676815C3}"/>
              </a:ext>
            </a:extLst>
          </p:cNvPr>
          <p:cNvPicPr>
            <a:picLocks noChangeAspect="1"/>
          </p:cNvPicPr>
          <p:nvPr/>
        </p:nvPicPr>
        <p:blipFill>
          <a:blip r:embed="rId4"/>
          <a:stretch>
            <a:fillRect/>
          </a:stretch>
        </p:blipFill>
        <p:spPr>
          <a:xfrm>
            <a:off x="4603659" y="3735298"/>
            <a:ext cx="4653715" cy="2510053"/>
          </a:xfrm>
          <a:prstGeom prst="rect">
            <a:avLst/>
          </a:prstGeom>
        </p:spPr>
      </p:pic>
      <p:sp>
        <p:nvSpPr>
          <p:cNvPr id="15" name="Rectangle 14">
            <a:extLst>
              <a:ext uri="{FF2B5EF4-FFF2-40B4-BE49-F238E27FC236}">
                <a16:creationId xmlns:a16="http://schemas.microsoft.com/office/drawing/2014/main" id="{0B25AFF4-AE94-75CF-244D-B47B602D4818}"/>
              </a:ext>
            </a:extLst>
          </p:cNvPr>
          <p:cNvSpPr/>
          <p:nvPr/>
        </p:nvSpPr>
        <p:spPr>
          <a:xfrm>
            <a:off x="4197096" y="1677802"/>
            <a:ext cx="890141" cy="19671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8" name="Image 17">
            <a:extLst>
              <a:ext uri="{FF2B5EF4-FFF2-40B4-BE49-F238E27FC236}">
                <a16:creationId xmlns:a16="http://schemas.microsoft.com/office/drawing/2014/main" id="{AA220F1E-09CC-9872-4A8C-32986EC4A598}"/>
              </a:ext>
            </a:extLst>
          </p:cNvPr>
          <p:cNvPicPr>
            <a:picLocks noChangeAspect="1"/>
          </p:cNvPicPr>
          <p:nvPr/>
        </p:nvPicPr>
        <p:blipFill>
          <a:blip r:embed="rId5"/>
          <a:stretch>
            <a:fillRect/>
          </a:stretch>
        </p:blipFill>
        <p:spPr>
          <a:xfrm>
            <a:off x="5243384" y="1057632"/>
            <a:ext cx="4486531" cy="2566665"/>
          </a:xfrm>
          <a:prstGeom prst="rect">
            <a:avLst/>
          </a:prstGeom>
        </p:spPr>
      </p:pic>
      <p:sp>
        <p:nvSpPr>
          <p:cNvPr id="19" name="Rectangle 18">
            <a:extLst>
              <a:ext uri="{FF2B5EF4-FFF2-40B4-BE49-F238E27FC236}">
                <a16:creationId xmlns:a16="http://schemas.microsoft.com/office/drawing/2014/main" id="{50C7C68B-7532-C9A6-3931-CED9C8BBD98C}"/>
              </a:ext>
            </a:extLst>
          </p:cNvPr>
          <p:cNvSpPr/>
          <p:nvPr/>
        </p:nvSpPr>
        <p:spPr>
          <a:xfrm>
            <a:off x="8515350" y="1080172"/>
            <a:ext cx="845455" cy="169277"/>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Rectangle 19">
            <a:extLst>
              <a:ext uri="{FF2B5EF4-FFF2-40B4-BE49-F238E27FC236}">
                <a16:creationId xmlns:a16="http://schemas.microsoft.com/office/drawing/2014/main" id="{ECB6F07B-689F-A4FC-41E5-B06E34F50426}"/>
              </a:ext>
            </a:extLst>
          </p:cNvPr>
          <p:cNvSpPr/>
          <p:nvPr/>
        </p:nvSpPr>
        <p:spPr>
          <a:xfrm>
            <a:off x="2916527" y="2114900"/>
            <a:ext cx="658777" cy="13455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Rectangle 20">
            <a:extLst>
              <a:ext uri="{FF2B5EF4-FFF2-40B4-BE49-F238E27FC236}">
                <a16:creationId xmlns:a16="http://schemas.microsoft.com/office/drawing/2014/main" id="{5E163A75-C9BF-8C7A-1B65-863C7866257A}"/>
              </a:ext>
            </a:extLst>
          </p:cNvPr>
          <p:cNvSpPr/>
          <p:nvPr/>
        </p:nvSpPr>
        <p:spPr>
          <a:xfrm>
            <a:off x="7671438" y="2478881"/>
            <a:ext cx="658777" cy="13455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Rectangle 21">
            <a:extLst>
              <a:ext uri="{FF2B5EF4-FFF2-40B4-BE49-F238E27FC236}">
                <a16:creationId xmlns:a16="http://schemas.microsoft.com/office/drawing/2014/main" id="{4F724894-902A-77FA-E1ED-7C22266473F0}"/>
              </a:ext>
            </a:extLst>
          </p:cNvPr>
          <p:cNvSpPr/>
          <p:nvPr/>
        </p:nvSpPr>
        <p:spPr>
          <a:xfrm>
            <a:off x="3538319" y="2555187"/>
            <a:ext cx="658777" cy="13455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Rectangle 22">
            <a:extLst>
              <a:ext uri="{FF2B5EF4-FFF2-40B4-BE49-F238E27FC236}">
                <a16:creationId xmlns:a16="http://schemas.microsoft.com/office/drawing/2014/main" id="{DC840851-135F-1F6C-4265-874A41D918C4}"/>
              </a:ext>
            </a:extLst>
          </p:cNvPr>
          <p:cNvSpPr/>
          <p:nvPr/>
        </p:nvSpPr>
        <p:spPr>
          <a:xfrm>
            <a:off x="7856573" y="3284697"/>
            <a:ext cx="658777" cy="13455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Rectangle 23">
            <a:extLst>
              <a:ext uri="{FF2B5EF4-FFF2-40B4-BE49-F238E27FC236}">
                <a16:creationId xmlns:a16="http://schemas.microsoft.com/office/drawing/2014/main" id="{916BD663-7D71-5924-0CE8-93C68DA1BAF6}"/>
              </a:ext>
            </a:extLst>
          </p:cNvPr>
          <p:cNvSpPr/>
          <p:nvPr/>
        </p:nvSpPr>
        <p:spPr>
          <a:xfrm>
            <a:off x="2879542" y="4017522"/>
            <a:ext cx="658777" cy="13455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 name="Rectangle 24">
            <a:extLst>
              <a:ext uri="{FF2B5EF4-FFF2-40B4-BE49-F238E27FC236}">
                <a16:creationId xmlns:a16="http://schemas.microsoft.com/office/drawing/2014/main" id="{27FDB403-3667-F6D9-8038-89FB7A2AE082}"/>
              </a:ext>
            </a:extLst>
          </p:cNvPr>
          <p:cNvSpPr/>
          <p:nvPr/>
        </p:nvSpPr>
        <p:spPr>
          <a:xfrm>
            <a:off x="3533349" y="4400340"/>
            <a:ext cx="658777" cy="26310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Rectangle 25">
            <a:extLst>
              <a:ext uri="{FF2B5EF4-FFF2-40B4-BE49-F238E27FC236}">
                <a16:creationId xmlns:a16="http://schemas.microsoft.com/office/drawing/2014/main" id="{F557D700-4D93-BCA6-4FD2-D0C7E0CBE83B}"/>
              </a:ext>
            </a:extLst>
          </p:cNvPr>
          <p:cNvSpPr/>
          <p:nvPr/>
        </p:nvSpPr>
        <p:spPr>
          <a:xfrm>
            <a:off x="7856573" y="3750572"/>
            <a:ext cx="658777" cy="13455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 name="Rectangle 26">
            <a:extLst>
              <a:ext uri="{FF2B5EF4-FFF2-40B4-BE49-F238E27FC236}">
                <a16:creationId xmlns:a16="http://schemas.microsoft.com/office/drawing/2014/main" id="{70C89595-E2C2-EE65-16FB-39EC020739FD}"/>
              </a:ext>
            </a:extLst>
          </p:cNvPr>
          <p:cNvSpPr/>
          <p:nvPr/>
        </p:nvSpPr>
        <p:spPr>
          <a:xfrm>
            <a:off x="7197796" y="6061570"/>
            <a:ext cx="658777" cy="13455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93640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5"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E0E0D-F250-25A1-96A9-25982DF7BD6A}"/>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0F9AB98-C4BD-60E8-3F9D-CE8F55DB1331}"/>
              </a:ext>
            </a:extLst>
          </p:cNvPr>
          <p:cNvSpPr>
            <a:spLocks noGrp="1"/>
          </p:cNvSpPr>
          <p:nvPr>
            <p:ph type="sldNum" idx="12"/>
          </p:nvPr>
        </p:nvSpPr>
        <p:spPr/>
        <p:txBody>
          <a:bodyPr/>
          <a:lstStyle/>
          <a:p>
            <a:fld id="{00000000-1234-1234-1234-123412341234}" type="slidenum">
              <a:rPr lang="fr-FR" smtClean="0"/>
              <a:pPr/>
              <a:t>54</a:t>
            </a:fld>
            <a:endParaRPr lang="fr-FR"/>
          </a:p>
        </p:txBody>
      </p:sp>
      <p:sp>
        <p:nvSpPr>
          <p:cNvPr id="47" name="Rectangle 46">
            <a:extLst>
              <a:ext uri="{FF2B5EF4-FFF2-40B4-BE49-F238E27FC236}">
                <a16:creationId xmlns:a16="http://schemas.microsoft.com/office/drawing/2014/main" id="{27148578-6434-2BD0-9B61-A35CE7AC7381}"/>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48DA3C4E-A865-617E-DB99-A5A45BC94B11}"/>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cab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E348DA84-625C-51B0-8276-07C5A0EC9D95}"/>
              </a:ext>
            </a:extLst>
          </p:cNvPr>
          <p:cNvSpPr txBox="1"/>
          <p:nvPr/>
        </p:nvSpPr>
        <p:spPr>
          <a:xfrm>
            <a:off x="3379767" y="896160"/>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5C41CDBA-E177-3C59-00F3-50075AD47958}"/>
              </a:ext>
            </a:extLst>
          </p:cNvPr>
          <p:cNvPicPr>
            <a:picLocks noChangeAspect="1"/>
          </p:cNvPicPr>
          <p:nvPr/>
        </p:nvPicPr>
        <p:blipFill>
          <a:blip r:embed="rId3"/>
          <a:stretch>
            <a:fillRect/>
          </a:stretch>
        </p:blipFill>
        <p:spPr>
          <a:xfrm>
            <a:off x="6686295" y="582087"/>
            <a:ext cx="1829055" cy="1924319"/>
          </a:xfrm>
          <a:prstGeom prst="rect">
            <a:avLst/>
          </a:prstGeom>
        </p:spPr>
      </p:pic>
      <p:pic>
        <p:nvPicPr>
          <p:cNvPr id="13" name="Image 12">
            <a:extLst>
              <a:ext uri="{FF2B5EF4-FFF2-40B4-BE49-F238E27FC236}">
                <a16:creationId xmlns:a16="http://schemas.microsoft.com/office/drawing/2014/main" id="{DFC02B86-9072-A745-3675-5D05EE25607A}"/>
              </a:ext>
            </a:extLst>
          </p:cNvPr>
          <p:cNvPicPr>
            <a:picLocks noChangeAspect="1"/>
          </p:cNvPicPr>
          <p:nvPr/>
        </p:nvPicPr>
        <p:blipFill>
          <a:blip r:embed="rId4"/>
          <a:stretch>
            <a:fillRect/>
          </a:stretch>
        </p:blipFill>
        <p:spPr>
          <a:xfrm>
            <a:off x="118872" y="3169145"/>
            <a:ext cx="8796863" cy="2524468"/>
          </a:xfrm>
          <a:prstGeom prst="rect">
            <a:avLst/>
          </a:prstGeom>
        </p:spPr>
      </p:pic>
    </p:spTree>
    <p:extLst>
      <p:ext uri="{BB962C8B-B14F-4D97-AF65-F5344CB8AC3E}">
        <p14:creationId xmlns:p14="http://schemas.microsoft.com/office/powerpoint/2010/main" val="216854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A9CE6-28DE-ED5C-A1E4-7071F431605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4AA47B47-0C10-3DC4-2B0F-842EC3DF4830}"/>
              </a:ext>
            </a:extLst>
          </p:cNvPr>
          <p:cNvSpPr>
            <a:spLocks noGrp="1"/>
          </p:cNvSpPr>
          <p:nvPr>
            <p:ph type="sldNum" idx="12"/>
          </p:nvPr>
        </p:nvSpPr>
        <p:spPr/>
        <p:txBody>
          <a:bodyPr/>
          <a:lstStyle/>
          <a:p>
            <a:fld id="{00000000-1234-1234-1234-123412341234}" type="slidenum">
              <a:rPr lang="fr-FR" smtClean="0"/>
              <a:pPr/>
              <a:t>55</a:t>
            </a:fld>
            <a:endParaRPr lang="fr-FR"/>
          </a:p>
        </p:txBody>
      </p:sp>
      <p:sp>
        <p:nvSpPr>
          <p:cNvPr id="47" name="Rectangle 46">
            <a:extLst>
              <a:ext uri="{FF2B5EF4-FFF2-40B4-BE49-F238E27FC236}">
                <a16:creationId xmlns:a16="http://schemas.microsoft.com/office/drawing/2014/main" id="{9CC8EA11-2D1C-CD1E-897E-B01BC1DB1728}"/>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27CC7C55-7CFC-AC38-1F98-1E95C372EE62}"/>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cab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DEA42D79-1A37-B184-0B1D-5206CC8D8D24}"/>
              </a:ext>
            </a:extLst>
          </p:cNvPr>
          <p:cNvSpPr txBox="1"/>
          <p:nvPr/>
        </p:nvSpPr>
        <p:spPr>
          <a:xfrm>
            <a:off x="3379767" y="896160"/>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19" name="Image 18">
            <a:extLst>
              <a:ext uri="{FF2B5EF4-FFF2-40B4-BE49-F238E27FC236}">
                <a16:creationId xmlns:a16="http://schemas.microsoft.com/office/drawing/2014/main" id="{E29842AE-BDEB-42EE-84F0-8F8DA29D44CE}"/>
              </a:ext>
            </a:extLst>
          </p:cNvPr>
          <p:cNvPicPr>
            <a:picLocks noChangeAspect="1"/>
          </p:cNvPicPr>
          <p:nvPr/>
        </p:nvPicPr>
        <p:blipFill>
          <a:blip r:embed="rId3"/>
          <a:stretch>
            <a:fillRect/>
          </a:stretch>
        </p:blipFill>
        <p:spPr>
          <a:xfrm>
            <a:off x="0" y="1983934"/>
            <a:ext cx="9144000" cy="969891"/>
          </a:xfrm>
          <a:prstGeom prst="rect">
            <a:avLst/>
          </a:prstGeom>
        </p:spPr>
      </p:pic>
      <p:sp>
        <p:nvSpPr>
          <p:cNvPr id="24" name="Rectangle 23">
            <a:extLst>
              <a:ext uri="{FF2B5EF4-FFF2-40B4-BE49-F238E27FC236}">
                <a16:creationId xmlns:a16="http://schemas.microsoft.com/office/drawing/2014/main" id="{47B675C1-9E97-78F8-6F08-8B7994E89B80}"/>
              </a:ext>
            </a:extLst>
          </p:cNvPr>
          <p:cNvSpPr/>
          <p:nvPr/>
        </p:nvSpPr>
        <p:spPr>
          <a:xfrm flipV="1">
            <a:off x="4572000" y="2249424"/>
            <a:ext cx="4416552" cy="145774"/>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Rectangle 25">
            <a:extLst>
              <a:ext uri="{FF2B5EF4-FFF2-40B4-BE49-F238E27FC236}">
                <a16:creationId xmlns:a16="http://schemas.microsoft.com/office/drawing/2014/main" id="{60599FD0-668C-7324-BCD7-BD14015021F6}"/>
              </a:ext>
            </a:extLst>
          </p:cNvPr>
          <p:cNvSpPr/>
          <p:nvPr/>
        </p:nvSpPr>
        <p:spPr>
          <a:xfrm flipV="1">
            <a:off x="4572000" y="2660688"/>
            <a:ext cx="4489704" cy="15134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28" name="Image 27">
            <a:extLst>
              <a:ext uri="{FF2B5EF4-FFF2-40B4-BE49-F238E27FC236}">
                <a16:creationId xmlns:a16="http://schemas.microsoft.com/office/drawing/2014/main" id="{33DCC8B0-3C97-0ABF-86B2-FA80055E8307}"/>
              </a:ext>
            </a:extLst>
          </p:cNvPr>
          <p:cNvPicPr>
            <a:picLocks noChangeAspect="1"/>
          </p:cNvPicPr>
          <p:nvPr/>
        </p:nvPicPr>
        <p:blipFill>
          <a:blip r:embed="rId4"/>
          <a:stretch>
            <a:fillRect/>
          </a:stretch>
        </p:blipFill>
        <p:spPr>
          <a:xfrm>
            <a:off x="151402" y="3854072"/>
            <a:ext cx="8915735" cy="1147695"/>
          </a:xfrm>
          <a:prstGeom prst="rect">
            <a:avLst/>
          </a:prstGeom>
        </p:spPr>
      </p:pic>
      <p:sp>
        <p:nvSpPr>
          <p:cNvPr id="29" name="Rectangle 28">
            <a:extLst>
              <a:ext uri="{FF2B5EF4-FFF2-40B4-BE49-F238E27FC236}">
                <a16:creationId xmlns:a16="http://schemas.microsoft.com/office/drawing/2014/main" id="{F0F4B8DA-69AF-36B4-8E91-5C4164C8CB34}"/>
              </a:ext>
            </a:extLst>
          </p:cNvPr>
          <p:cNvSpPr/>
          <p:nvPr/>
        </p:nvSpPr>
        <p:spPr>
          <a:xfrm flipV="1">
            <a:off x="5934456" y="4745736"/>
            <a:ext cx="3127248" cy="120644"/>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 name="Rectangle 29">
            <a:extLst>
              <a:ext uri="{FF2B5EF4-FFF2-40B4-BE49-F238E27FC236}">
                <a16:creationId xmlns:a16="http://schemas.microsoft.com/office/drawing/2014/main" id="{4F5EA90E-DE0B-C12D-A5A0-6D1DD16EA886}"/>
              </a:ext>
            </a:extLst>
          </p:cNvPr>
          <p:cNvSpPr/>
          <p:nvPr/>
        </p:nvSpPr>
        <p:spPr>
          <a:xfrm flipV="1">
            <a:off x="1490472" y="4620644"/>
            <a:ext cx="640080" cy="120644"/>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21336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24" grpId="0" animBg="1"/>
      <p:bldP spid="26" grpId="0" animBg="1"/>
      <p:bldP spid="29" grpId="0" animBg="1"/>
      <p:bldP spid="3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EA2D0-38E9-8946-A4E1-E2C94BAB74FE}"/>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B5B4FDB-ACEC-DF54-6FA2-3FCE605F221B}"/>
              </a:ext>
            </a:extLst>
          </p:cNvPr>
          <p:cNvSpPr>
            <a:spLocks noGrp="1"/>
          </p:cNvSpPr>
          <p:nvPr>
            <p:ph type="sldNum" idx="12"/>
          </p:nvPr>
        </p:nvSpPr>
        <p:spPr/>
        <p:txBody>
          <a:bodyPr/>
          <a:lstStyle/>
          <a:p>
            <a:fld id="{00000000-1234-1234-1234-123412341234}" type="slidenum">
              <a:rPr lang="fr-FR" smtClean="0"/>
              <a:pPr/>
              <a:t>56</a:t>
            </a:fld>
            <a:endParaRPr lang="fr-FR"/>
          </a:p>
        </p:txBody>
      </p:sp>
      <p:sp>
        <p:nvSpPr>
          <p:cNvPr id="47" name="Rectangle 46">
            <a:extLst>
              <a:ext uri="{FF2B5EF4-FFF2-40B4-BE49-F238E27FC236}">
                <a16:creationId xmlns:a16="http://schemas.microsoft.com/office/drawing/2014/main" id="{9677984F-1414-08DF-3B53-799FFCD32FA0}"/>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7717EB31-2824-86D4-3093-3E3877495AB8}"/>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a:t>
            </a:r>
            <a:r>
              <a:rPr lang="fr-FR" sz="1600" b="1" dirty="0" err="1">
                <a:solidFill>
                  <a:srgbClr val="A40000"/>
                </a:solidFill>
                <a:latin typeface="Gill Sans" panose="020B0604020202020204" charset="0"/>
              </a:rPr>
              <a:t>cw</a:t>
            </a:r>
            <a:r>
              <a:rPr lang="fr-FR" sz="1600" b="1" dirty="0">
                <a:solidFill>
                  <a:srgbClr val="A40000"/>
                </a:solidFill>
                <a:latin typeface="Gill Sans" panose="020B0604020202020204" charset="0"/>
              </a:rPr>
              <a:t>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184ADEBA-19EA-CBAE-5877-E135367D00A8}"/>
              </a:ext>
            </a:extLst>
          </p:cNvPr>
          <p:cNvSpPr txBox="1"/>
          <p:nvPr/>
        </p:nvSpPr>
        <p:spPr>
          <a:xfrm>
            <a:off x="3379767" y="896160"/>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C08CD768-7524-A143-DB5D-DE095FDDB68F}"/>
              </a:ext>
            </a:extLst>
          </p:cNvPr>
          <p:cNvPicPr>
            <a:picLocks noChangeAspect="1"/>
          </p:cNvPicPr>
          <p:nvPr/>
        </p:nvPicPr>
        <p:blipFill>
          <a:blip r:embed="rId3"/>
          <a:stretch>
            <a:fillRect/>
          </a:stretch>
        </p:blipFill>
        <p:spPr>
          <a:xfrm>
            <a:off x="6686295" y="582087"/>
            <a:ext cx="1829055" cy="1924319"/>
          </a:xfrm>
          <a:prstGeom prst="rect">
            <a:avLst/>
          </a:prstGeom>
        </p:spPr>
      </p:pic>
      <p:pic>
        <p:nvPicPr>
          <p:cNvPr id="6" name="Image 5">
            <a:extLst>
              <a:ext uri="{FF2B5EF4-FFF2-40B4-BE49-F238E27FC236}">
                <a16:creationId xmlns:a16="http://schemas.microsoft.com/office/drawing/2014/main" id="{E22D5013-9205-B9AE-BF07-811B30662038}"/>
              </a:ext>
            </a:extLst>
          </p:cNvPr>
          <p:cNvPicPr>
            <a:picLocks noChangeAspect="1"/>
          </p:cNvPicPr>
          <p:nvPr/>
        </p:nvPicPr>
        <p:blipFill>
          <a:blip r:embed="rId4"/>
          <a:stretch>
            <a:fillRect/>
          </a:stretch>
        </p:blipFill>
        <p:spPr>
          <a:xfrm>
            <a:off x="314325" y="2542549"/>
            <a:ext cx="8515350" cy="3419291"/>
          </a:xfrm>
          <a:prstGeom prst="rect">
            <a:avLst/>
          </a:prstGeom>
        </p:spPr>
      </p:pic>
    </p:spTree>
    <p:extLst>
      <p:ext uri="{BB962C8B-B14F-4D97-AF65-F5344CB8AC3E}">
        <p14:creationId xmlns:p14="http://schemas.microsoft.com/office/powerpoint/2010/main" val="198520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72552-A272-BCF7-2418-1A87B9DA2340}"/>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A3545086-FADA-A1A2-50EC-A098559D6F2E}"/>
              </a:ext>
            </a:extLst>
          </p:cNvPr>
          <p:cNvSpPr>
            <a:spLocks noGrp="1"/>
          </p:cNvSpPr>
          <p:nvPr>
            <p:ph type="sldNum" idx="12"/>
          </p:nvPr>
        </p:nvSpPr>
        <p:spPr/>
        <p:txBody>
          <a:bodyPr/>
          <a:lstStyle/>
          <a:p>
            <a:fld id="{00000000-1234-1234-1234-123412341234}" type="slidenum">
              <a:rPr lang="fr-FR" smtClean="0"/>
              <a:pPr/>
              <a:t>57</a:t>
            </a:fld>
            <a:endParaRPr lang="fr-FR"/>
          </a:p>
        </p:txBody>
      </p:sp>
      <p:sp>
        <p:nvSpPr>
          <p:cNvPr id="47" name="Rectangle 46">
            <a:extLst>
              <a:ext uri="{FF2B5EF4-FFF2-40B4-BE49-F238E27FC236}">
                <a16:creationId xmlns:a16="http://schemas.microsoft.com/office/drawing/2014/main" id="{8196A4AE-EBCD-A0D2-7F88-1F7F080FA1B6}"/>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204CCA60-4C23-727F-021D-9771D94827F4}"/>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cab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1B6678CF-ECBE-656E-DEA9-504CC0605EB9}"/>
              </a:ext>
            </a:extLst>
          </p:cNvPr>
          <p:cNvSpPr txBox="1"/>
          <p:nvPr/>
        </p:nvSpPr>
        <p:spPr>
          <a:xfrm>
            <a:off x="3379767" y="896160"/>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46E38493-EE1B-E7C5-21C6-975F80A6E83E}"/>
              </a:ext>
            </a:extLst>
          </p:cNvPr>
          <p:cNvPicPr>
            <a:picLocks noChangeAspect="1"/>
          </p:cNvPicPr>
          <p:nvPr/>
        </p:nvPicPr>
        <p:blipFill>
          <a:blip r:embed="rId3"/>
          <a:stretch>
            <a:fillRect/>
          </a:stretch>
        </p:blipFill>
        <p:spPr>
          <a:xfrm>
            <a:off x="118872" y="2083495"/>
            <a:ext cx="9144000" cy="1164431"/>
          </a:xfrm>
          <a:prstGeom prst="rect">
            <a:avLst/>
          </a:prstGeom>
        </p:spPr>
      </p:pic>
      <p:sp>
        <p:nvSpPr>
          <p:cNvPr id="6" name="Rectangle 5">
            <a:extLst>
              <a:ext uri="{FF2B5EF4-FFF2-40B4-BE49-F238E27FC236}">
                <a16:creationId xmlns:a16="http://schemas.microsoft.com/office/drawing/2014/main" id="{B7D460E2-EBDE-A1EB-03E1-5BA4DB485AED}"/>
              </a:ext>
            </a:extLst>
          </p:cNvPr>
          <p:cNvSpPr/>
          <p:nvPr/>
        </p:nvSpPr>
        <p:spPr>
          <a:xfrm flipV="1">
            <a:off x="3307588" y="2388755"/>
            <a:ext cx="4263644" cy="87362"/>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a:extLst>
              <a:ext uri="{FF2B5EF4-FFF2-40B4-BE49-F238E27FC236}">
                <a16:creationId xmlns:a16="http://schemas.microsoft.com/office/drawing/2014/main" id="{34AA7EA9-4DC2-973C-40D1-FEB63549A569}"/>
              </a:ext>
            </a:extLst>
          </p:cNvPr>
          <p:cNvSpPr/>
          <p:nvPr/>
        </p:nvSpPr>
        <p:spPr>
          <a:xfrm flipV="1">
            <a:off x="3379767" y="3031295"/>
            <a:ext cx="4263644" cy="87362"/>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0" name="Image 9">
            <a:extLst>
              <a:ext uri="{FF2B5EF4-FFF2-40B4-BE49-F238E27FC236}">
                <a16:creationId xmlns:a16="http://schemas.microsoft.com/office/drawing/2014/main" id="{D69320E4-F4C6-6C13-E79A-A7B244045815}"/>
              </a:ext>
            </a:extLst>
          </p:cNvPr>
          <p:cNvPicPr>
            <a:picLocks noChangeAspect="1"/>
          </p:cNvPicPr>
          <p:nvPr/>
        </p:nvPicPr>
        <p:blipFill>
          <a:blip r:embed="rId4"/>
          <a:stretch>
            <a:fillRect/>
          </a:stretch>
        </p:blipFill>
        <p:spPr>
          <a:xfrm>
            <a:off x="118872" y="3767213"/>
            <a:ext cx="8796863" cy="1164431"/>
          </a:xfrm>
          <a:prstGeom prst="rect">
            <a:avLst/>
          </a:prstGeom>
        </p:spPr>
      </p:pic>
      <p:sp>
        <p:nvSpPr>
          <p:cNvPr id="11" name="Rectangle 10">
            <a:extLst>
              <a:ext uri="{FF2B5EF4-FFF2-40B4-BE49-F238E27FC236}">
                <a16:creationId xmlns:a16="http://schemas.microsoft.com/office/drawing/2014/main" id="{80860DA6-E2AE-4932-53F5-4CC09F5F0985}"/>
              </a:ext>
            </a:extLst>
          </p:cNvPr>
          <p:cNvSpPr/>
          <p:nvPr/>
        </p:nvSpPr>
        <p:spPr>
          <a:xfrm flipV="1">
            <a:off x="5751576" y="4672633"/>
            <a:ext cx="3090671" cy="167217"/>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Rectangle 11">
            <a:extLst>
              <a:ext uri="{FF2B5EF4-FFF2-40B4-BE49-F238E27FC236}">
                <a16:creationId xmlns:a16="http://schemas.microsoft.com/office/drawing/2014/main" id="{8EB4E9A4-193C-2BBA-8ECA-36D81A099242}"/>
              </a:ext>
            </a:extLst>
          </p:cNvPr>
          <p:cNvSpPr/>
          <p:nvPr/>
        </p:nvSpPr>
        <p:spPr>
          <a:xfrm flipV="1">
            <a:off x="1353312" y="4505414"/>
            <a:ext cx="630936" cy="16721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19703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6" grpId="0" animBg="1"/>
      <p:bldP spid="8" grpId="0" animBg="1"/>
      <p:bldP spid="11" grpId="0" animBg="1"/>
      <p:bldP spid="1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6274A-F8B6-DBCF-2385-DDC46B39EAE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B1B2A3A-A292-7099-26FE-70D45A7790EE}"/>
              </a:ext>
            </a:extLst>
          </p:cNvPr>
          <p:cNvSpPr>
            <a:spLocks noGrp="1"/>
          </p:cNvSpPr>
          <p:nvPr>
            <p:ph type="sldNum" idx="12"/>
          </p:nvPr>
        </p:nvSpPr>
        <p:spPr/>
        <p:txBody>
          <a:bodyPr/>
          <a:lstStyle/>
          <a:p>
            <a:fld id="{00000000-1234-1234-1234-123412341234}" type="slidenum">
              <a:rPr lang="fr-FR" smtClean="0"/>
              <a:pPr/>
              <a:t>58</a:t>
            </a:fld>
            <a:endParaRPr lang="fr-FR"/>
          </a:p>
        </p:txBody>
      </p:sp>
      <p:sp>
        <p:nvSpPr>
          <p:cNvPr id="47" name="Rectangle 46">
            <a:extLst>
              <a:ext uri="{FF2B5EF4-FFF2-40B4-BE49-F238E27FC236}">
                <a16:creationId xmlns:a16="http://schemas.microsoft.com/office/drawing/2014/main" id="{177D4B47-1909-3819-EAA9-1CCCDACC6BF2}"/>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67A86AB6-85AD-B74D-322B-61CD1F48E60F}"/>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a:t>
            </a:r>
            <a:r>
              <a:rPr lang="fr-FR" sz="1600" b="1" dirty="0" err="1">
                <a:solidFill>
                  <a:srgbClr val="A40000"/>
                </a:solidFill>
                <a:latin typeface="Gill Sans" panose="020B0604020202020204" charset="0"/>
              </a:rPr>
              <a:t>x,y,z</a:t>
            </a:r>
            <a:r>
              <a:rPr lang="fr-FR" sz="1600" b="1" dirty="0">
                <a:solidFill>
                  <a:srgbClr val="A40000"/>
                </a:solidFill>
                <a:latin typeface="Gill Sans" panose="020B0604020202020204" charset="0"/>
              </a:rPr>
              <a:t> </a:t>
            </a:r>
            <a:r>
              <a:rPr lang="fr-FR" sz="1600" b="1" dirty="0" err="1">
                <a:solidFill>
                  <a:srgbClr val="A40000"/>
                </a:solidFill>
                <a:latin typeface="Gill Sans" panose="020B0604020202020204" charset="0"/>
              </a:rPr>
              <a:t>scales</a:t>
            </a:r>
            <a:r>
              <a:rPr lang="fr-FR" sz="1600" b="1" dirty="0">
                <a:solidFill>
                  <a:srgbClr val="A40000"/>
                </a:solidFill>
                <a:latin typeface="Gill Sans" panose="020B0604020202020204" charset="0"/>
              </a:rPr>
              <a:t>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BC61B6A3-E0AB-CBDD-C953-B647D80DC647}"/>
              </a:ext>
            </a:extLst>
          </p:cNvPr>
          <p:cNvSpPr txBox="1"/>
          <p:nvPr/>
        </p:nvSpPr>
        <p:spPr>
          <a:xfrm>
            <a:off x="4051829" y="896160"/>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8" name="Image 7">
            <a:extLst>
              <a:ext uri="{FF2B5EF4-FFF2-40B4-BE49-F238E27FC236}">
                <a16:creationId xmlns:a16="http://schemas.microsoft.com/office/drawing/2014/main" id="{EB96FEE3-C99E-4847-206D-8D363E2E6998}"/>
              </a:ext>
            </a:extLst>
          </p:cNvPr>
          <p:cNvPicPr>
            <a:picLocks noChangeAspect="1"/>
          </p:cNvPicPr>
          <p:nvPr/>
        </p:nvPicPr>
        <p:blipFill>
          <a:blip r:embed="rId3"/>
          <a:stretch>
            <a:fillRect/>
          </a:stretch>
        </p:blipFill>
        <p:spPr>
          <a:xfrm>
            <a:off x="6811900" y="910895"/>
            <a:ext cx="1457528" cy="857370"/>
          </a:xfrm>
          <a:prstGeom prst="rect">
            <a:avLst/>
          </a:prstGeom>
        </p:spPr>
      </p:pic>
      <p:pic>
        <p:nvPicPr>
          <p:cNvPr id="10" name="Image 9">
            <a:extLst>
              <a:ext uri="{FF2B5EF4-FFF2-40B4-BE49-F238E27FC236}">
                <a16:creationId xmlns:a16="http://schemas.microsoft.com/office/drawing/2014/main" id="{5259C66B-7F78-BE74-048B-E0801E3B9CB3}"/>
              </a:ext>
            </a:extLst>
          </p:cNvPr>
          <p:cNvPicPr>
            <a:picLocks noChangeAspect="1"/>
          </p:cNvPicPr>
          <p:nvPr/>
        </p:nvPicPr>
        <p:blipFill>
          <a:blip r:embed="rId4"/>
          <a:stretch>
            <a:fillRect/>
          </a:stretch>
        </p:blipFill>
        <p:spPr>
          <a:xfrm>
            <a:off x="273809" y="1962069"/>
            <a:ext cx="8348472" cy="3875467"/>
          </a:xfrm>
          <a:prstGeom prst="rect">
            <a:avLst/>
          </a:prstGeom>
        </p:spPr>
      </p:pic>
    </p:spTree>
    <p:extLst>
      <p:ext uri="{BB962C8B-B14F-4D97-AF65-F5344CB8AC3E}">
        <p14:creationId xmlns:p14="http://schemas.microsoft.com/office/powerpoint/2010/main" val="105913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0A365-89A4-FC60-6AE4-77D9F5379146}"/>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4E7CE61-EED8-04C6-0C0D-68D95FA7F0BB}"/>
              </a:ext>
            </a:extLst>
          </p:cNvPr>
          <p:cNvSpPr>
            <a:spLocks noGrp="1"/>
          </p:cNvSpPr>
          <p:nvPr>
            <p:ph type="sldNum" idx="12"/>
          </p:nvPr>
        </p:nvSpPr>
        <p:spPr/>
        <p:txBody>
          <a:bodyPr/>
          <a:lstStyle/>
          <a:p>
            <a:fld id="{00000000-1234-1234-1234-123412341234}" type="slidenum">
              <a:rPr lang="fr-FR" smtClean="0"/>
              <a:pPr/>
              <a:t>59</a:t>
            </a:fld>
            <a:endParaRPr lang="fr-FR"/>
          </a:p>
        </p:txBody>
      </p:sp>
      <p:sp>
        <p:nvSpPr>
          <p:cNvPr id="47" name="Rectangle 46">
            <a:extLst>
              <a:ext uri="{FF2B5EF4-FFF2-40B4-BE49-F238E27FC236}">
                <a16:creationId xmlns:a16="http://schemas.microsoft.com/office/drawing/2014/main" id="{F90F8CB9-CF22-FB51-C654-90E93E0E8D4C}"/>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76689815-8207-F840-1760-200DC9B856C4}"/>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a:t>
            </a:r>
            <a:r>
              <a:rPr lang="fr-FR" sz="1600" b="1" dirty="0" err="1">
                <a:solidFill>
                  <a:srgbClr val="A40000"/>
                </a:solidFill>
                <a:latin typeface="Gill Sans" panose="020B0604020202020204" charset="0"/>
              </a:rPr>
              <a:t>x,y,z</a:t>
            </a:r>
            <a:r>
              <a:rPr lang="fr-FR" sz="1600" b="1" dirty="0">
                <a:solidFill>
                  <a:srgbClr val="A40000"/>
                </a:solidFill>
                <a:latin typeface="Gill Sans" panose="020B0604020202020204" charset="0"/>
              </a:rPr>
              <a:t> </a:t>
            </a:r>
            <a:r>
              <a:rPr lang="fr-FR" sz="1600" b="1" dirty="0" err="1">
                <a:solidFill>
                  <a:srgbClr val="A40000"/>
                </a:solidFill>
                <a:latin typeface="Gill Sans" panose="020B0604020202020204" charset="0"/>
              </a:rPr>
              <a:t>Scales</a:t>
            </a:r>
            <a:r>
              <a:rPr lang="fr-FR" sz="1600" b="1" dirty="0">
                <a:solidFill>
                  <a:srgbClr val="A40000"/>
                </a:solidFill>
                <a:latin typeface="Gill Sans" panose="020B0604020202020204" charset="0"/>
              </a:rPr>
              <a:t>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11CBE536-C120-21B5-1718-70E400CF5A37}"/>
              </a:ext>
            </a:extLst>
          </p:cNvPr>
          <p:cNvSpPr txBox="1"/>
          <p:nvPr/>
        </p:nvSpPr>
        <p:spPr>
          <a:xfrm>
            <a:off x="4051829" y="910117"/>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9" name="Image 8">
            <a:extLst>
              <a:ext uri="{FF2B5EF4-FFF2-40B4-BE49-F238E27FC236}">
                <a16:creationId xmlns:a16="http://schemas.microsoft.com/office/drawing/2014/main" id="{2C7C6DD6-864C-DCF8-D25E-B4E8956543C4}"/>
              </a:ext>
            </a:extLst>
          </p:cNvPr>
          <p:cNvPicPr>
            <a:picLocks noChangeAspect="1"/>
          </p:cNvPicPr>
          <p:nvPr/>
        </p:nvPicPr>
        <p:blipFill>
          <a:blip r:embed="rId3"/>
          <a:stretch>
            <a:fillRect/>
          </a:stretch>
        </p:blipFill>
        <p:spPr>
          <a:xfrm>
            <a:off x="310896" y="3739717"/>
            <a:ext cx="8339328" cy="1933134"/>
          </a:xfrm>
          <a:prstGeom prst="rect">
            <a:avLst/>
          </a:prstGeom>
        </p:spPr>
      </p:pic>
      <p:sp>
        <p:nvSpPr>
          <p:cNvPr id="13" name="Rectangle 12">
            <a:extLst>
              <a:ext uri="{FF2B5EF4-FFF2-40B4-BE49-F238E27FC236}">
                <a16:creationId xmlns:a16="http://schemas.microsoft.com/office/drawing/2014/main" id="{35207C04-7E39-6676-8722-09103DAA11B7}"/>
              </a:ext>
            </a:extLst>
          </p:cNvPr>
          <p:cNvSpPr/>
          <p:nvPr/>
        </p:nvSpPr>
        <p:spPr>
          <a:xfrm flipV="1">
            <a:off x="3017287" y="5222806"/>
            <a:ext cx="4988603" cy="135577"/>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Rectangle 13">
            <a:extLst>
              <a:ext uri="{FF2B5EF4-FFF2-40B4-BE49-F238E27FC236}">
                <a16:creationId xmlns:a16="http://schemas.microsoft.com/office/drawing/2014/main" id="{FE75C7A6-0C90-B2D1-01EA-A926BD91AB9E}"/>
              </a:ext>
            </a:extLst>
          </p:cNvPr>
          <p:cNvSpPr/>
          <p:nvPr/>
        </p:nvSpPr>
        <p:spPr>
          <a:xfrm flipV="1">
            <a:off x="651807" y="4773168"/>
            <a:ext cx="1899369" cy="199863"/>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6" name="Image 15">
            <a:extLst>
              <a:ext uri="{FF2B5EF4-FFF2-40B4-BE49-F238E27FC236}">
                <a16:creationId xmlns:a16="http://schemas.microsoft.com/office/drawing/2014/main" id="{81FC3FA9-D7B8-BDB4-A65C-A40D667131C5}"/>
              </a:ext>
            </a:extLst>
          </p:cNvPr>
          <p:cNvPicPr>
            <a:picLocks noChangeAspect="1"/>
          </p:cNvPicPr>
          <p:nvPr/>
        </p:nvPicPr>
        <p:blipFill>
          <a:blip r:embed="rId4"/>
          <a:stretch>
            <a:fillRect/>
          </a:stretch>
        </p:blipFill>
        <p:spPr>
          <a:xfrm>
            <a:off x="110805" y="1819656"/>
            <a:ext cx="8677596" cy="1461300"/>
          </a:xfrm>
          <a:prstGeom prst="rect">
            <a:avLst/>
          </a:prstGeom>
        </p:spPr>
      </p:pic>
      <p:sp>
        <p:nvSpPr>
          <p:cNvPr id="17" name="Rectangle 16">
            <a:extLst>
              <a:ext uri="{FF2B5EF4-FFF2-40B4-BE49-F238E27FC236}">
                <a16:creationId xmlns:a16="http://schemas.microsoft.com/office/drawing/2014/main" id="{61140E99-1DF8-7F0F-AA23-A53835E7D480}"/>
              </a:ext>
            </a:extLst>
          </p:cNvPr>
          <p:cNvSpPr/>
          <p:nvPr/>
        </p:nvSpPr>
        <p:spPr>
          <a:xfrm flipV="1">
            <a:off x="4142232" y="2024082"/>
            <a:ext cx="4123944" cy="28723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39373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3" grpId="0" animBg="1"/>
      <p:bldP spid="14" grpId="0" animBg="1"/>
      <p:bldP spid="1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67597-D1A8-73D9-D607-DE167F979DC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18C4838-BAB3-4362-AEC7-8735B83BE125}"/>
              </a:ext>
            </a:extLst>
          </p:cNvPr>
          <p:cNvSpPr>
            <a:spLocks noGrp="1"/>
          </p:cNvSpPr>
          <p:nvPr>
            <p:ph type="sldNum" idx="12"/>
          </p:nvPr>
        </p:nvSpPr>
        <p:spPr/>
        <p:txBody>
          <a:bodyPr/>
          <a:lstStyle/>
          <a:p>
            <a:fld id="{00000000-1234-1234-1234-123412341234}" type="slidenum">
              <a:rPr lang="fr-FR" smtClean="0"/>
              <a:pPr/>
              <a:t>60</a:t>
            </a:fld>
            <a:endParaRPr lang="fr-FR"/>
          </a:p>
        </p:txBody>
      </p:sp>
      <p:sp>
        <p:nvSpPr>
          <p:cNvPr id="47" name="Rectangle 46">
            <a:extLst>
              <a:ext uri="{FF2B5EF4-FFF2-40B4-BE49-F238E27FC236}">
                <a16:creationId xmlns:a16="http://schemas.microsoft.com/office/drawing/2014/main" id="{175BDCB8-79C8-4D1E-DDD6-AC8EB9A06C3A}"/>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F22D91EC-39C0-6084-ACC1-1C9130EE24EB}"/>
              </a:ext>
            </a:extLst>
          </p:cNvPr>
          <p:cNvSpPr txBox="1"/>
          <p:nvPr/>
        </p:nvSpPr>
        <p:spPr>
          <a:xfrm>
            <a:off x="223182" y="851187"/>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a:t>
            </a:r>
            <a:r>
              <a:rPr lang="fr-FR" sz="1600" b="1" dirty="0" err="1">
                <a:solidFill>
                  <a:srgbClr val="A40000"/>
                </a:solidFill>
                <a:latin typeface="Gill Sans" panose="020B0604020202020204" charset="0"/>
              </a:rPr>
              <a:t>tree</a:t>
            </a:r>
            <a:r>
              <a:rPr lang="fr-FR" sz="1600" b="1" dirty="0">
                <a:solidFill>
                  <a:srgbClr val="A40000"/>
                </a:solidFill>
                <a:latin typeface="Gill Sans" panose="020B0604020202020204" charset="0"/>
              </a:rPr>
              <a:t> </a:t>
            </a:r>
            <a:r>
              <a:rPr lang="fr-FR" sz="1600" b="1" dirty="0" err="1">
                <a:solidFill>
                  <a:srgbClr val="A40000"/>
                </a:solidFill>
                <a:latin typeface="Gill Sans" panose="020B0604020202020204" charset="0"/>
              </a:rPr>
              <a:t>temperature</a:t>
            </a:r>
            <a:r>
              <a:rPr lang="fr-FR" sz="1600" b="1" dirty="0">
                <a:solidFill>
                  <a:srgbClr val="A40000"/>
                </a:solidFill>
                <a:latin typeface="Gill Sans" panose="020B0604020202020204" charset="0"/>
              </a:rPr>
              <a:t> : tronc et feuille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1877BF49-0659-C0AD-23E7-178B03F324CF}"/>
              </a:ext>
            </a:extLst>
          </p:cNvPr>
          <p:cNvSpPr txBox="1"/>
          <p:nvPr/>
        </p:nvSpPr>
        <p:spPr>
          <a:xfrm>
            <a:off x="5953781" y="851187"/>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C65FF6CE-FFEF-5D3C-2550-F896AE40991F}"/>
              </a:ext>
            </a:extLst>
          </p:cNvPr>
          <p:cNvPicPr>
            <a:picLocks noChangeAspect="1"/>
          </p:cNvPicPr>
          <p:nvPr/>
        </p:nvPicPr>
        <p:blipFill>
          <a:blip r:embed="rId3"/>
          <a:stretch>
            <a:fillRect/>
          </a:stretch>
        </p:blipFill>
        <p:spPr>
          <a:xfrm>
            <a:off x="7359012" y="834340"/>
            <a:ext cx="1790950" cy="1695687"/>
          </a:xfrm>
          <a:prstGeom prst="rect">
            <a:avLst/>
          </a:prstGeom>
        </p:spPr>
      </p:pic>
      <p:pic>
        <p:nvPicPr>
          <p:cNvPr id="9" name="Image 8">
            <a:extLst>
              <a:ext uri="{FF2B5EF4-FFF2-40B4-BE49-F238E27FC236}">
                <a16:creationId xmlns:a16="http://schemas.microsoft.com/office/drawing/2014/main" id="{8D58F5DB-3061-D808-DF80-39445A92816E}"/>
              </a:ext>
            </a:extLst>
          </p:cNvPr>
          <p:cNvPicPr>
            <a:picLocks noChangeAspect="1"/>
          </p:cNvPicPr>
          <p:nvPr/>
        </p:nvPicPr>
        <p:blipFill>
          <a:blip r:embed="rId4"/>
          <a:stretch>
            <a:fillRect/>
          </a:stretch>
        </p:blipFill>
        <p:spPr>
          <a:xfrm>
            <a:off x="443308" y="2331720"/>
            <a:ext cx="8229600" cy="3675093"/>
          </a:xfrm>
          <a:prstGeom prst="rect">
            <a:avLst/>
          </a:prstGeom>
        </p:spPr>
      </p:pic>
    </p:spTree>
    <p:extLst>
      <p:ext uri="{BB962C8B-B14F-4D97-AF65-F5344CB8AC3E}">
        <p14:creationId xmlns:p14="http://schemas.microsoft.com/office/powerpoint/2010/main" val="215362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119EA-E869-2C7D-DC31-BC77DF021D0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6CB3F3C-0FDB-15C6-9477-DB374F1EDB0B}"/>
              </a:ext>
            </a:extLst>
          </p:cNvPr>
          <p:cNvSpPr>
            <a:spLocks noGrp="1"/>
          </p:cNvSpPr>
          <p:nvPr>
            <p:ph type="sldNum" idx="12"/>
          </p:nvPr>
        </p:nvSpPr>
        <p:spPr/>
        <p:txBody>
          <a:bodyPr/>
          <a:lstStyle/>
          <a:p>
            <a:fld id="{00000000-1234-1234-1234-123412341234}" type="slidenum">
              <a:rPr lang="fr-FR" smtClean="0"/>
              <a:pPr/>
              <a:t>61</a:t>
            </a:fld>
            <a:endParaRPr lang="fr-FR"/>
          </a:p>
        </p:txBody>
      </p:sp>
      <p:sp>
        <p:nvSpPr>
          <p:cNvPr id="47" name="Rectangle 46">
            <a:extLst>
              <a:ext uri="{FF2B5EF4-FFF2-40B4-BE49-F238E27FC236}">
                <a16:creationId xmlns:a16="http://schemas.microsoft.com/office/drawing/2014/main" id="{17E23A11-BF3E-7BBB-299C-02FADFAB9733}"/>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3F8580AC-C127-472C-2B86-AB2F6852F442}"/>
              </a:ext>
            </a:extLst>
          </p:cNvPr>
          <p:cNvSpPr txBox="1"/>
          <p:nvPr/>
        </p:nvSpPr>
        <p:spPr>
          <a:xfrm>
            <a:off x="223182" y="851187"/>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a:t>
            </a:r>
            <a:r>
              <a:rPr lang="fr-FR" sz="1600" b="1" dirty="0" err="1">
                <a:solidFill>
                  <a:srgbClr val="A40000"/>
                </a:solidFill>
                <a:latin typeface="Gill Sans" panose="020B0604020202020204" charset="0"/>
              </a:rPr>
              <a:t>tree</a:t>
            </a:r>
            <a:r>
              <a:rPr lang="fr-FR" sz="1600" b="1" dirty="0">
                <a:solidFill>
                  <a:srgbClr val="A40000"/>
                </a:solidFill>
                <a:latin typeface="Gill Sans" panose="020B0604020202020204" charset="0"/>
              </a:rPr>
              <a:t> </a:t>
            </a:r>
            <a:r>
              <a:rPr lang="fr-FR" sz="1600" b="1" dirty="0" err="1">
                <a:solidFill>
                  <a:srgbClr val="A40000"/>
                </a:solidFill>
                <a:latin typeface="Gill Sans" panose="020B0604020202020204" charset="0"/>
              </a:rPr>
              <a:t>temperature</a:t>
            </a:r>
            <a:r>
              <a:rPr lang="fr-FR" sz="1600" b="1" dirty="0">
                <a:solidFill>
                  <a:srgbClr val="A40000"/>
                </a:solidFill>
                <a:latin typeface="Gill Sans" panose="020B0604020202020204" charset="0"/>
              </a:rPr>
              <a:t> : tronc et feuille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2277C320-057F-67FE-25B2-8085E77B9A70}"/>
              </a:ext>
            </a:extLst>
          </p:cNvPr>
          <p:cNvSpPr txBox="1"/>
          <p:nvPr/>
        </p:nvSpPr>
        <p:spPr>
          <a:xfrm>
            <a:off x="5953781" y="851187"/>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6" name="Image 5">
            <a:extLst>
              <a:ext uri="{FF2B5EF4-FFF2-40B4-BE49-F238E27FC236}">
                <a16:creationId xmlns:a16="http://schemas.microsoft.com/office/drawing/2014/main" id="{DE983620-2395-5493-B989-42A5C71A44C2}"/>
              </a:ext>
            </a:extLst>
          </p:cNvPr>
          <p:cNvPicPr>
            <a:picLocks noChangeAspect="1"/>
          </p:cNvPicPr>
          <p:nvPr/>
        </p:nvPicPr>
        <p:blipFill>
          <a:blip r:embed="rId3"/>
          <a:stretch>
            <a:fillRect/>
          </a:stretch>
        </p:blipFill>
        <p:spPr>
          <a:xfrm>
            <a:off x="0" y="1499383"/>
            <a:ext cx="9144000" cy="1235269"/>
          </a:xfrm>
          <a:prstGeom prst="rect">
            <a:avLst/>
          </a:prstGeom>
        </p:spPr>
      </p:pic>
      <p:sp>
        <p:nvSpPr>
          <p:cNvPr id="11" name="Rectangle 10">
            <a:extLst>
              <a:ext uri="{FF2B5EF4-FFF2-40B4-BE49-F238E27FC236}">
                <a16:creationId xmlns:a16="http://schemas.microsoft.com/office/drawing/2014/main" id="{612361AA-B37B-D759-CCAB-E4E0A9124381}"/>
              </a:ext>
            </a:extLst>
          </p:cNvPr>
          <p:cNvSpPr/>
          <p:nvPr/>
        </p:nvSpPr>
        <p:spPr>
          <a:xfrm flipV="1">
            <a:off x="4187952" y="1682184"/>
            <a:ext cx="4645152" cy="20148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3" name="Image 12">
            <a:extLst>
              <a:ext uri="{FF2B5EF4-FFF2-40B4-BE49-F238E27FC236}">
                <a16:creationId xmlns:a16="http://schemas.microsoft.com/office/drawing/2014/main" id="{9C91CD6F-3DAC-2CD4-53F6-1E9B21A21490}"/>
              </a:ext>
            </a:extLst>
          </p:cNvPr>
          <p:cNvPicPr>
            <a:picLocks noChangeAspect="1"/>
          </p:cNvPicPr>
          <p:nvPr/>
        </p:nvPicPr>
        <p:blipFill>
          <a:blip r:embed="rId4"/>
          <a:stretch>
            <a:fillRect/>
          </a:stretch>
        </p:blipFill>
        <p:spPr>
          <a:xfrm>
            <a:off x="438912" y="2890538"/>
            <a:ext cx="8394192" cy="3316374"/>
          </a:xfrm>
          <a:prstGeom prst="rect">
            <a:avLst/>
          </a:prstGeom>
        </p:spPr>
      </p:pic>
      <p:sp>
        <p:nvSpPr>
          <p:cNvPr id="14" name="Rectangle 13">
            <a:extLst>
              <a:ext uri="{FF2B5EF4-FFF2-40B4-BE49-F238E27FC236}">
                <a16:creationId xmlns:a16="http://schemas.microsoft.com/office/drawing/2014/main" id="{79C584CF-1578-130E-3672-1B7D3D37B731}"/>
              </a:ext>
            </a:extLst>
          </p:cNvPr>
          <p:cNvSpPr/>
          <p:nvPr/>
        </p:nvSpPr>
        <p:spPr>
          <a:xfrm flipV="1">
            <a:off x="2648712" y="3913632"/>
            <a:ext cx="3305069" cy="161544"/>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Rectangle 14">
            <a:extLst>
              <a:ext uri="{FF2B5EF4-FFF2-40B4-BE49-F238E27FC236}">
                <a16:creationId xmlns:a16="http://schemas.microsoft.com/office/drawing/2014/main" id="{D39EFB26-A9D1-253B-E798-69D87C14D44F}"/>
              </a:ext>
            </a:extLst>
          </p:cNvPr>
          <p:cNvSpPr/>
          <p:nvPr/>
        </p:nvSpPr>
        <p:spPr>
          <a:xfrm flipV="1">
            <a:off x="2438400" y="5358617"/>
            <a:ext cx="4645152" cy="20148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791108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1" grpId="0" animBg="1"/>
      <p:bldP spid="14" grpId="0" animBg="1"/>
      <p:bldP spid="1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C9093-DEB2-E2B7-795F-E7B6D599FFF0}"/>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BDCD068-560D-B796-9BE2-7C7292DD805C}"/>
              </a:ext>
            </a:extLst>
          </p:cNvPr>
          <p:cNvSpPr>
            <a:spLocks noGrp="1"/>
          </p:cNvSpPr>
          <p:nvPr>
            <p:ph type="sldNum" idx="12"/>
          </p:nvPr>
        </p:nvSpPr>
        <p:spPr/>
        <p:txBody>
          <a:bodyPr/>
          <a:lstStyle/>
          <a:p>
            <a:fld id="{00000000-1234-1234-1234-123412341234}" type="slidenum">
              <a:rPr lang="fr-FR" smtClean="0"/>
              <a:pPr/>
              <a:t>62</a:t>
            </a:fld>
            <a:endParaRPr lang="fr-FR"/>
          </a:p>
        </p:txBody>
      </p:sp>
      <p:sp>
        <p:nvSpPr>
          <p:cNvPr id="47" name="Rectangle 46">
            <a:extLst>
              <a:ext uri="{FF2B5EF4-FFF2-40B4-BE49-F238E27FC236}">
                <a16:creationId xmlns:a16="http://schemas.microsoft.com/office/drawing/2014/main" id="{71103418-009F-CC02-551D-B2A7A841CD38}"/>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324BC06A-B507-F1E5-C913-FC19FAB26C3C}"/>
              </a:ext>
            </a:extLst>
          </p:cNvPr>
          <p:cNvSpPr txBox="1"/>
          <p:nvPr/>
        </p:nvSpPr>
        <p:spPr>
          <a:xfrm>
            <a:off x="223182" y="851187"/>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sol température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12D4F6EA-3754-D988-962B-854BAB308D8F}"/>
              </a:ext>
            </a:extLst>
          </p:cNvPr>
          <p:cNvSpPr txBox="1"/>
          <p:nvPr/>
        </p:nvSpPr>
        <p:spPr>
          <a:xfrm>
            <a:off x="4435625" y="836576"/>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943BB7C6-9428-1033-26A3-4DDEFDCA5088}"/>
              </a:ext>
            </a:extLst>
          </p:cNvPr>
          <p:cNvPicPr>
            <a:picLocks noChangeAspect="1"/>
          </p:cNvPicPr>
          <p:nvPr/>
        </p:nvPicPr>
        <p:blipFill>
          <a:blip r:embed="rId3"/>
          <a:stretch>
            <a:fillRect/>
          </a:stretch>
        </p:blipFill>
        <p:spPr>
          <a:xfrm>
            <a:off x="7359012" y="834340"/>
            <a:ext cx="1790950" cy="1695687"/>
          </a:xfrm>
          <a:prstGeom prst="rect">
            <a:avLst/>
          </a:prstGeom>
        </p:spPr>
      </p:pic>
      <p:pic>
        <p:nvPicPr>
          <p:cNvPr id="6" name="Image 5">
            <a:extLst>
              <a:ext uri="{FF2B5EF4-FFF2-40B4-BE49-F238E27FC236}">
                <a16:creationId xmlns:a16="http://schemas.microsoft.com/office/drawing/2014/main" id="{81413047-7BB6-20D1-D371-530D52135CA1}"/>
              </a:ext>
            </a:extLst>
          </p:cNvPr>
          <p:cNvPicPr>
            <a:picLocks noChangeAspect="1"/>
          </p:cNvPicPr>
          <p:nvPr/>
        </p:nvPicPr>
        <p:blipFill>
          <a:blip r:embed="rId4"/>
          <a:stretch>
            <a:fillRect/>
          </a:stretch>
        </p:blipFill>
        <p:spPr>
          <a:xfrm>
            <a:off x="465180" y="2142787"/>
            <a:ext cx="7819284" cy="4370374"/>
          </a:xfrm>
          <a:prstGeom prst="rect">
            <a:avLst/>
          </a:prstGeom>
        </p:spPr>
      </p:pic>
    </p:spTree>
    <p:extLst>
      <p:ext uri="{BB962C8B-B14F-4D97-AF65-F5344CB8AC3E}">
        <p14:creationId xmlns:p14="http://schemas.microsoft.com/office/powerpoint/2010/main" val="207454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3C3CE-8AC6-41CE-34F1-B847AF4FEFA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14D1F45F-107B-1C1B-68D3-4E0F81B7906F}"/>
              </a:ext>
            </a:extLst>
          </p:cNvPr>
          <p:cNvSpPr>
            <a:spLocks noGrp="1"/>
          </p:cNvSpPr>
          <p:nvPr>
            <p:ph type="sldNum" idx="12"/>
          </p:nvPr>
        </p:nvSpPr>
        <p:spPr/>
        <p:txBody>
          <a:bodyPr/>
          <a:lstStyle/>
          <a:p>
            <a:fld id="{00000000-1234-1234-1234-123412341234}" type="slidenum">
              <a:rPr lang="fr-FR" smtClean="0"/>
              <a:pPr/>
              <a:t>63</a:t>
            </a:fld>
            <a:endParaRPr lang="fr-FR"/>
          </a:p>
        </p:txBody>
      </p:sp>
      <p:sp>
        <p:nvSpPr>
          <p:cNvPr id="47" name="Rectangle 46">
            <a:extLst>
              <a:ext uri="{FF2B5EF4-FFF2-40B4-BE49-F238E27FC236}">
                <a16:creationId xmlns:a16="http://schemas.microsoft.com/office/drawing/2014/main" id="{00CCBB4B-285D-BEF3-2744-BDB1153CCA66}"/>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6C25EF97-8311-F7C7-5522-207841599FEC}"/>
              </a:ext>
            </a:extLst>
          </p:cNvPr>
          <p:cNvSpPr txBox="1"/>
          <p:nvPr/>
        </p:nvSpPr>
        <p:spPr>
          <a:xfrm>
            <a:off x="223182" y="851187"/>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sol température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E96D313C-2B1F-C3A9-C660-3F74CF30BD6C}"/>
              </a:ext>
            </a:extLst>
          </p:cNvPr>
          <p:cNvSpPr txBox="1"/>
          <p:nvPr/>
        </p:nvSpPr>
        <p:spPr>
          <a:xfrm>
            <a:off x="4277748" y="851187"/>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8" name="Image 7">
            <a:extLst>
              <a:ext uri="{FF2B5EF4-FFF2-40B4-BE49-F238E27FC236}">
                <a16:creationId xmlns:a16="http://schemas.microsoft.com/office/drawing/2014/main" id="{F3DC8E84-261B-B492-44E2-84F330E0053B}"/>
              </a:ext>
            </a:extLst>
          </p:cNvPr>
          <p:cNvPicPr>
            <a:picLocks noChangeAspect="1"/>
          </p:cNvPicPr>
          <p:nvPr/>
        </p:nvPicPr>
        <p:blipFill>
          <a:blip r:embed="rId3"/>
          <a:stretch>
            <a:fillRect/>
          </a:stretch>
        </p:blipFill>
        <p:spPr>
          <a:xfrm>
            <a:off x="223182" y="1816230"/>
            <a:ext cx="9144000" cy="421919"/>
          </a:xfrm>
          <a:prstGeom prst="rect">
            <a:avLst/>
          </a:prstGeom>
        </p:spPr>
      </p:pic>
      <p:sp>
        <p:nvSpPr>
          <p:cNvPr id="9" name="Rectangle 8">
            <a:extLst>
              <a:ext uri="{FF2B5EF4-FFF2-40B4-BE49-F238E27FC236}">
                <a16:creationId xmlns:a16="http://schemas.microsoft.com/office/drawing/2014/main" id="{BD3BAA71-3923-1E60-7202-3A634C495F32}"/>
              </a:ext>
            </a:extLst>
          </p:cNvPr>
          <p:cNvSpPr/>
          <p:nvPr/>
        </p:nvSpPr>
        <p:spPr>
          <a:xfrm flipV="1">
            <a:off x="4722030" y="1926449"/>
            <a:ext cx="4645152" cy="201480"/>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1" name="Image 10">
            <a:extLst>
              <a:ext uri="{FF2B5EF4-FFF2-40B4-BE49-F238E27FC236}">
                <a16:creationId xmlns:a16="http://schemas.microsoft.com/office/drawing/2014/main" id="{70E8935F-76BF-3A7F-25CA-DD3A7C19297B}"/>
              </a:ext>
            </a:extLst>
          </p:cNvPr>
          <p:cNvPicPr>
            <a:picLocks noChangeAspect="1"/>
          </p:cNvPicPr>
          <p:nvPr/>
        </p:nvPicPr>
        <p:blipFill>
          <a:blip r:embed="rId4"/>
          <a:stretch>
            <a:fillRect/>
          </a:stretch>
        </p:blipFill>
        <p:spPr>
          <a:xfrm>
            <a:off x="150030" y="3051838"/>
            <a:ext cx="8728794" cy="2256106"/>
          </a:xfrm>
          <a:prstGeom prst="rect">
            <a:avLst/>
          </a:prstGeom>
        </p:spPr>
      </p:pic>
      <p:sp>
        <p:nvSpPr>
          <p:cNvPr id="12" name="Rectangle 11">
            <a:extLst>
              <a:ext uri="{FF2B5EF4-FFF2-40B4-BE49-F238E27FC236}">
                <a16:creationId xmlns:a16="http://schemas.microsoft.com/office/drawing/2014/main" id="{DE9CF430-CD96-5558-4A7E-AFCB40E55491}"/>
              </a:ext>
            </a:extLst>
          </p:cNvPr>
          <p:cNvSpPr/>
          <p:nvPr/>
        </p:nvSpPr>
        <p:spPr>
          <a:xfrm flipV="1">
            <a:off x="4027756" y="4688197"/>
            <a:ext cx="4741340" cy="301474"/>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1780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animBg="1"/>
      <p:bldP spid="1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6407C-D959-E848-58D2-57422F50108A}"/>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A7CFBE3-5EFC-1F19-12FB-0B1B99A7BACA}"/>
              </a:ext>
            </a:extLst>
          </p:cNvPr>
          <p:cNvSpPr>
            <a:spLocks noGrp="1"/>
          </p:cNvSpPr>
          <p:nvPr>
            <p:ph type="sldNum" idx="12"/>
          </p:nvPr>
        </p:nvSpPr>
        <p:spPr/>
        <p:txBody>
          <a:bodyPr/>
          <a:lstStyle/>
          <a:p>
            <a:fld id="{00000000-1234-1234-1234-123412341234}" type="slidenum">
              <a:rPr lang="fr-FR" smtClean="0"/>
              <a:pPr/>
              <a:t>64</a:t>
            </a:fld>
            <a:endParaRPr lang="fr-FR"/>
          </a:p>
        </p:txBody>
      </p:sp>
      <p:sp>
        <p:nvSpPr>
          <p:cNvPr id="47" name="Rectangle 46">
            <a:extLst>
              <a:ext uri="{FF2B5EF4-FFF2-40B4-BE49-F238E27FC236}">
                <a16:creationId xmlns:a16="http://schemas.microsoft.com/office/drawing/2014/main" id="{10BB1E32-9785-51D5-8FB6-1F8DAE880FA2}"/>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99BE9E86-786D-9937-97AB-28512711171A}"/>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sols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7D75CAA7-F900-FDBD-9191-18B352B77CA9}"/>
              </a:ext>
            </a:extLst>
          </p:cNvPr>
          <p:cNvSpPr txBox="1"/>
          <p:nvPr/>
        </p:nvSpPr>
        <p:spPr>
          <a:xfrm>
            <a:off x="3379767" y="896160"/>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08F0F117-F51F-8895-9F9B-45F272BB3BA7}"/>
              </a:ext>
            </a:extLst>
          </p:cNvPr>
          <p:cNvPicPr>
            <a:picLocks noChangeAspect="1"/>
          </p:cNvPicPr>
          <p:nvPr/>
        </p:nvPicPr>
        <p:blipFill>
          <a:blip r:embed="rId3"/>
          <a:stretch>
            <a:fillRect/>
          </a:stretch>
        </p:blipFill>
        <p:spPr>
          <a:xfrm>
            <a:off x="6686295" y="582087"/>
            <a:ext cx="1829055" cy="1924319"/>
          </a:xfrm>
          <a:prstGeom prst="rect">
            <a:avLst/>
          </a:prstGeom>
        </p:spPr>
      </p:pic>
      <p:pic>
        <p:nvPicPr>
          <p:cNvPr id="6" name="Image 5">
            <a:extLst>
              <a:ext uri="{FF2B5EF4-FFF2-40B4-BE49-F238E27FC236}">
                <a16:creationId xmlns:a16="http://schemas.microsoft.com/office/drawing/2014/main" id="{F1A7BEC7-0503-D062-7FA6-0C71E172851A}"/>
              </a:ext>
            </a:extLst>
          </p:cNvPr>
          <p:cNvPicPr>
            <a:picLocks noChangeAspect="1"/>
          </p:cNvPicPr>
          <p:nvPr/>
        </p:nvPicPr>
        <p:blipFill>
          <a:blip r:embed="rId4"/>
          <a:stretch>
            <a:fillRect/>
          </a:stretch>
        </p:blipFill>
        <p:spPr>
          <a:xfrm>
            <a:off x="628650" y="1311658"/>
            <a:ext cx="6268325" cy="1305107"/>
          </a:xfrm>
          <a:prstGeom prst="rect">
            <a:avLst/>
          </a:prstGeom>
        </p:spPr>
      </p:pic>
      <p:pic>
        <p:nvPicPr>
          <p:cNvPr id="11" name="Image 10">
            <a:extLst>
              <a:ext uri="{FF2B5EF4-FFF2-40B4-BE49-F238E27FC236}">
                <a16:creationId xmlns:a16="http://schemas.microsoft.com/office/drawing/2014/main" id="{A42B6D62-38ED-C621-7C58-D3EBB9C8DA1B}"/>
              </a:ext>
            </a:extLst>
          </p:cNvPr>
          <p:cNvPicPr>
            <a:picLocks noChangeAspect="1"/>
          </p:cNvPicPr>
          <p:nvPr/>
        </p:nvPicPr>
        <p:blipFill>
          <a:blip r:embed="rId5"/>
          <a:stretch>
            <a:fillRect/>
          </a:stretch>
        </p:blipFill>
        <p:spPr>
          <a:xfrm>
            <a:off x="628650" y="2748328"/>
            <a:ext cx="7406640" cy="3713811"/>
          </a:xfrm>
          <a:prstGeom prst="rect">
            <a:avLst/>
          </a:prstGeom>
        </p:spPr>
      </p:pic>
    </p:spTree>
    <p:extLst>
      <p:ext uri="{BB962C8B-B14F-4D97-AF65-F5344CB8AC3E}">
        <p14:creationId xmlns:p14="http://schemas.microsoft.com/office/powerpoint/2010/main" val="376915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7AD15-17FD-DDBC-50C6-77397B321969}"/>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7696BCA7-724A-BFDF-C424-203D8DC2F896}"/>
              </a:ext>
            </a:extLst>
          </p:cNvPr>
          <p:cNvSpPr>
            <a:spLocks noGrp="1"/>
          </p:cNvSpPr>
          <p:nvPr>
            <p:ph type="sldNum" idx="12"/>
          </p:nvPr>
        </p:nvSpPr>
        <p:spPr/>
        <p:txBody>
          <a:bodyPr/>
          <a:lstStyle/>
          <a:p>
            <a:fld id="{00000000-1234-1234-1234-123412341234}" type="slidenum">
              <a:rPr lang="fr-FR" smtClean="0"/>
              <a:pPr/>
              <a:t>65</a:t>
            </a:fld>
            <a:endParaRPr lang="fr-FR"/>
          </a:p>
        </p:txBody>
      </p:sp>
      <p:sp>
        <p:nvSpPr>
          <p:cNvPr id="47" name="Rectangle 46">
            <a:extLst>
              <a:ext uri="{FF2B5EF4-FFF2-40B4-BE49-F238E27FC236}">
                <a16:creationId xmlns:a16="http://schemas.microsoft.com/office/drawing/2014/main" id="{FEEB8FB1-1300-8F40-2C95-8586EF0FF091}"/>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CE4A4D84-E60E-8D60-B080-809FF628A2E5}"/>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sols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81496A58-473C-D4FE-CB5D-6A703401E91A}"/>
              </a:ext>
            </a:extLst>
          </p:cNvPr>
          <p:cNvSpPr txBox="1"/>
          <p:nvPr/>
        </p:nvSpPr>
        <p:spPr>
          <a:xfrm>
            <a:off x="3379767" y="896160"/>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8" name="Image 7">
            <a:extLst>
              <a:ext uri="{FF2B5EF4-FFF2-40B4-BE49-F238E27FC236}">
                <a16:creationId xmlns:a16="http://schemas.microsoft.com/office/drawing/2014/main" id="{0B201975-EA40-32F3-161B-F2DD93DF2FC3}"/>
              </a:ext>
            </a:extLst>
          </p:cNvPr>
          <p:cNvPicPr>
            <a:picLocks noChangeAspect="1"/>
          </p:cNvPicPr>
          <p:nvPr/>
        </p:nvPicPr>
        <p:blipFill>
          <a:blip r:embed="rId3"/>
          <a:stretch>
            <a:fillRect/>
          </a:stretch>
        </p:blipFill>
        <p:spPr>
          <a:xfrm>
            <a:off x="151402" y="1757285"/>
            <a:ext cx="9144000" cy="426612"/>
          </a:xfrm>
          <a:prstGeom prst="rect">
            <a:avLst/>
          </a:prstGeom>
        </p:spPr>
      </p:pic>
      <p:sp>
        <p:nvSpPr>
          <p:cNvPr id="9" name="Rectangle 8">
            <a:extLst>
              <a:ext uri="{FF2B5EF4-FFF2-40B4-BE49-F238E27FC236}">
                <a16:creationId xmlns:a16="http://schemas.microsoft.com/office/drawing/2014/main" id="{82BD1C4D-0358-5499-0DC4-85611080228D}"/>
              </a:ext>
            </a:extLst>
          </p:cNvPr>
          <p:cNvSpPr/>
          <p:nvPr/>
        </p:nvSpPr>
        <p:spPr>
          <a:xfrm>
            <a:off x="2029968" y="1987862"/>
            <a:ext cx="4206240" cy="14929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12" name="Image 11">
            <a:extLst>
              <a:ext uri="{FF2B5EF4-FFF2-40B4-BE49-F238E27FC236}">
                <a16:creationId xmlns:a16="http://schemas.microsoft.com/office/drawing/2014/main" id="{17E93A55-5845-801F-4EAF-82E38EC2C1DF}"/>
              </a:ext>
            </a:extLst>
          </p:cNvPr>
          <p:cNvPicPr>
            <a:picLocks noChangeAspect="1"/>
          </p:cNvPicPr>
          <p:nvPr/>
        </p:nvPicPr>
        <p:blipFill>
          <a:blip r:embed="rId4"/>
          <a:stretch>
            <a:fillRect/>
          </a:stretch>
        </p:blipFill>
        <p:spPr>
          <a:xfrm>
            <a:off x="1532975" y="2444602"/>
            <a:ext cx="5581057" cy="4276875"/>
          </a:xfrm>
          <a:prstGeom prst="rect">
            <a:avLst/>
          </a:prstGeom>
        </p:spPr>
      </p:pic>
      <p:sp>
        <p:nvSpPr>
          <p:cNvPr id="13" name="Rectangle 12">
            <a:extLst>
              <a:ext uri="{FF2B5EF4-FFF2-40B4-BE49-F238E27FC236}">
                <a16:creationId xmlns:a16="http://schemas.microsoft.com/office/drawing/2014/main" id="{7ACE85D0-755F-0BEA-6F7B-0BF293C997F8}"/>
              </a:ext>
            </a:extLst>
          </p:cNvPr>
          <p:cNvSpPr/>
          <p:nvPr/>
        </p:nvSpPr>
        <p:spPr>
          <a:xfrm>
            <a:off x="1761744" y="6143046"/>
            <a:ext cx="4264152" cy="149298"/>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2943939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animBg="1"/>
      <p:bldP spid="1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DD811-5092-8F83-5FF2-EA80450A361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78B9F4C0-273B-0015-84ED-167F072A8219}"/>
              </a:ext>
            </a:extLst>
          </p:cNvPr>
          <p:cNvSpPr>
            <a:spLocks noGrp="1"/>
          </p:cNvSpPr>
          <p:nvPr>
            <p:ph type="sldNum" idx="12"/>
          </p:nvPr>
        </p:nvSpPr>
        <p:spPr/>
        <p:txBody>
          <a:bodyPr/>
          <a:lstStyle/>
          <a:p>
            <a:fld id="{00000000-1234-1234-1234-123412341234}" type="slidenum">
              <a:rPr lang="fr-FR" smtClean="0"/>
              <a:pPr/>
              <a:t>66</a:t>
            </a:fld>
            <a:endParaRPr lang="fr-FR"/>
          </a:p>
        </p:txBody>
      </p:sp>
      <p:sp>
        <p:nvSpPr>
          <p:cNvPr id="47" name="Rectangle 46">
            <a:extLst>
              <a:ext uri="{FF2B5EF4-FFF2-40B4-BE49-F238E27FC236}">
                <a16:creationId xmlns:a16="http://schemas.microsoft.com/office/drawing/2014/main" id="{D29E71E3-290C-B364-893B-855876137024}"/>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EF44D0C1-EF1A-B6C6-60CE-4011501F5819}"/>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sols et cab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FAE12A71-E0A4-DF7B-3A7D-4A28F635E875}"/>
              </a:ext>
            </a:extLst>
          </p:cNvPr>
          <p:cNvSpPr txBox="1"/>
          <p:nvPr/>
        </p:nvSpPr>
        <p:spPr>
          <a:xfrm>
            <a:off x="3964983" y="899732"/>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D18C83E0-DE25-FDEA-D0B0-9CCBFB2BC869}"/>
              </a:ext>
            </a:extLst>
          </p:cNvPr>
          <p:cNvPicPr>
            <a:picLocks noChangeAspect="1"/>
          </p:cNvPicPr>
          <p:nvPr/>
        </p:nvPicPr>
        <p:blipFill>
          <a:blip r:embed="rId3"/>
          <a:stretch>
            <a:fillRect/>
          </a:stretch>
        </p:blipFill>
        <p:spPr>
          <a:xfrm>
            <a:off x="6686295" y="582087"/>
            <a:ext cx="1829055" cy="1924319"/>
          </a:xfrm>
          <a:prstGeom prst="rect">
            <a:avLst/>
          </a:prstGeom>
        </p:spPr>
      </p:pic>
      <p:pic>
        <p:nvPicPr>
          <p:cNvPr id="10" name="Image 9">
            <a:extLst>
              <a:ext uri="{FF2B5EF4-FFF2-40B4-BE49-F238E27FC236}">
                <a16:creationId xmlns:a16="http://schemas.microsoft.com/office/drawing/2014/main" id="{79F215B6-B7D8-CEB4-D294-54AD26EDF7A1}"/>
              </a:ext>
            </a:extLst>
          </p:cNvPr>
          <p:cNvPicPr>
            <a:picLocks noChangeAspect="1"/>
          </p:cNvPicPr>
          <p:nvPr/>
        </p:nvPicPr>
        <p:blipFill>
          <a:blip r:embed="rId4"/>
          <a:stretch>
            <a:fillRect/>
          </a:stretch>
        </p:blipFill>
        <p:spPr>
          <a:xfrm>
            <a:off x="683514" y="1578257"/>
            <a:ext cx="6220693" cy="828791"/>
          </a:xfrm>
          <a:prstGeom prst="rect">
            <a:avLst/>
          </a:prstGeom>
        </p:spPr>
      </p:pic>
      <p:pic>
        <p:nvPicPr>
          <p:cNvPr id="13" name="Image 12">
            <a:extLst>
              <a:ext uri="{FF2B5EF4-FFF2-40B4-BE49-F238E27FC236}">
                <a16:creationId xmlns:a16="http://schemas.microsoft.com/office/drawing/2014/main" id="{5D474F20-C7EF-7CAE-E863-41280930144B}"/>
              </a:ext>
            </a:extLst>
          </p:cNvPr>
          <p:cNvPicPr>
            <a:picLocks noChangeAspect="1"/>
          </p:cNvPicPr>
          <p:nvPr/>
        </p:nvPicPr>
        <p:blipFill>
          <a:blip r:embed="rId5"/>
          <a:stretch>
            <a:fillRect/>
          </a:stretch>
        </p:blipFill>
        <p:spPr>
          <a:xfrm>
            <a:off x="151402" y="3132401"/>
            <a:ext cx="4024600" cy="2637104"/>
          </a:xfrm>
          <a:prstGeom prst="rect">
            <a:avLst/>
          </a:prstGeom>
        </p:spPr>
      </p:pic>
      <p:pic>
        <p:nvPicPr>
          <p:cNvPr id="15" name="Image 14">
            <a:extLst>
              <a:ext uri="{FF2B5EF4-FFF2-40B4-BE49-F238E27FC236}">
                <a16:creationId xmlns:a16="http://schemas.microsoft.com/office/drawing/2014/main" id="{57C99CF1-7104-270D-6E1F-62D641C94179}"/>
              </a:ext>
            </a:extLst>
          </p:cNvPr>
          <p:cNvPicPr>
            <a:picLocks noChangeAspect="1"/>
          </p:cNvPicPr>
          <p:nvPr/>
        </p:nvPicPr>
        <p:blipFill>
          <a:blip r:embed="rId6"/>
          <a:stretch>
            <a:fillRect/>
          </a:stretch>
        </p:blipFill>
        <p:spPr>
          <a:xfrm>
            <a:off x="4572000" y="3583802"/>
            <a:ext cx="4212967" cy="1795967"/>
          </a:xfrm>
          <a:prstGeom prst="rect">
            <a:avLst/>
          </a:prstGeom>
        </p:spPr>
      </p:pic>
    </p:spTree>
    <p:extLst>
      <p:ext uri="{BB962C8B-B14F-4D97-AF65-F5344CB8AC3E}">
        <p14:creationId xmlns:p14="http://schemas.microsoft.com/office/powerpoint/2010/main" val="47365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F8595-6DCE-712C-2CF0-28A2605122E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BB7D571-0C10-E8DE-4AB3-D2D4088FE60D}"/>
              </a:ext>
            </a:extLst>
          </p:cNvPr>
          <p:cNvSpPr>
            <a:spLocks noGrp="1"/>
          </p:cNvSpPr>
          <p:nvPr>
            <p:ph type="sldNum" idx="12"/>
          </p:nvPr>
        </p:nvSpPr>
        <p:spPr/>
        <p:txBody>
          <a:bodyPr/>
          <a:lstStyle/>
          <a:p>
            <a:fld id="{00000000-1234-1234-1234-123412341234}" type="slidenum">
              <a:rPr lang="fr-FR" smtClean="0"/>
              <a:pPr/>
              <a:t>67</a:t>
            </a:fld>
            <a:endParaRPr lang="fr-FR"/>
          </a:p>
        </p:txBody>
      </p:sp>
      <p:sp>
        <p:nvSpPr>
          <p:cNvPr id="47" name="Rectangle 46">
            <a:extLst>
              <a:ext uri="{FF2B5EF4-FFF2-40B4-BE49-F238E27FC236}">
                <a16:creationId xmlns:a16="http://schemas.microsoft.com/office/drawing/2014/main" id="{0E77FB5F-CB03-86E9-CF6A-3F5BB1620375}"/>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D7E75F17-E1B3-197A-1273-60EB36DCB68B}"/>
              </a:ext>
            </a:extLst>
          </p:cNvPr>
          <p:cNvSpPr txBox="1"/>
          <p:nvPr/>
        </p:nvSpPr>
        <p:spPr>
          <a:xfrm>
            <a:off x="466009" y="910895"/>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des </a:t>
            </a:r>
            <a:r>
              <a:rPr lang="fr-FR" sz="1600" b="1" dirty="0" err="1">
                <a:solidFill>
                  <a:srgbClr val="A40000"/>
                </a:solidFill>
                <a:latin typeface="Gill Sans" panose="020B0604020202020204" charset="0"/>
              </a:rPr>
              <a:t>sequence</a:t>
            </a:r>
            <a:r>
              <a:rPr lang="fr-FR" sz="1600" b="1" dirty="0">
                <a:solidFill>
                  <a:srgbClr val="A40000"/>
                </a:solidFill>
                <a:latin typeface="Gill Sans" panose="020B0604020202020204" charset="0"/>
              </a:rPr>
              <a:t> :  sols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20EDA672-3C48-3F3A-ED63-3984FEFED0AB}"/>
              </a:ext>
            </a:extLst>
          </p:cNvPr>
          <p:cNvSpPr txBox="1"/>
          <p:nvPr/>
        </p:nvSpPr>
        <p:spPr>
          <a:xfrm>
            <a:off x="3379767" y="896160"/>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sequence.xml</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5" name="Image 4">
            <a:extLst>
              <a:ext uri="{FF2B5EF4-FFF2-40B4-BE49-F238E27FC236}">
                <a16:creationId xmlns:a16="http://schemas.microsoft.com/office/drawing/2014/main" id="{6C95B069-A4B1-0382-99D9-7A3594EA65BC}"/>
              </a:ext>
            </a:extLst>
          </p:cNvPr>
          <p:cNvPicPr>
            <a:picLocks noChangeAspect="1"/>
          </p:cNvPicPr>
          <p:nvPr/>
        </p:nvPicPr>
        <p:blipFill>
          <a:blip r:embed="rId3"/>
          <a:stretch>
            <a:fillRect/>
          </a:stretch>
        </p:blipFill>
        <p:spPr>
          <a:xfrm>
            <a:off x="0" y="2375082"/>
            <a:ext cx="8915735" cy="1903669"/>
          </a:xfrm>
          <a:prstGeom prst="rect">
            <a:avLst/>
          </a:prstGeom>
        </p:spPr>
      </p:pic>
      <p:sp>
        <p:nvSpPr>
          <p:cNvPr id="6" name="Rectangle 5">
            <a:extLst>
              <a:ext uri="{FF2B5EF4-FFF2-40B4-BE49-F238E27FC236}">
                <a16:creationId xmlns:a16="http://schemas.microsoft.com/office/drawing/2014/main" id="{FDE292FE-95B4-8F8D-7EDC-FAA56F4E4785}"/>
              </a:ext>
            </a:extLst>
          </p:cNvPr>
          <p:cNvSpPr/>
          <p:nvPr/>
        </p:nvSpPr>
        <p:spPr>
          <a:xfrm>
            <a:off x="1137940" y="2852789"/>
            <a:ext cx="7658588" cy="757879"/>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Rectangle 9">
            <a:extLst>
              <a:ext uri="{FF2B5EF4-FFF2-40B4-BE49-F238E27FC236}">
                <a16:creationId xmlns:a16="http://schemas.microsoft.com/office/drawing/2014/main" id="{A260D970-E4F5-782A-80CD-C9A57592B02D}"/>
              </a:ext>
            </a:extLst>
          </p:cNvPr>
          <p:cNvSpPr/>
          <p:nvPr/>
        </p:nvSpPr>
        <p:spPr>
          <a:xfrm>
            <a:off x="1137940" y="3870059"/>
            <a:ext cx="4339316" cy="218315"/>
          </a:xfrm>
          <a:prstGeom prst="rect">
            <a:avLst/>
          </a:prstGeom>
          <a:noFill/>
          <a:ln>
            <a:solidFill>
              <a:srgbClr val="A4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518788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6" grpId="0" animBg="1"/>
      <p:bldP spid="1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A8228-CAF3-0275-93F3-7EA7C0E2D8AD}"/>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18E069D3-68DD-2E6F-2B97-86DE78031A0F}"/>
              </a:ext>
            </a:extLst>
          </p:cNvPr>
          <p:cNvSpPr>
            <a:spLocks noGrp="1"/>
          </p:cNvSpPr>
          <p:nvPr>
            <p:ph type="sldNum" idx="12"/>
          </p:nvPr>
        </p:nvSpPr>
        <p:spPr/>
        <p:txBody>
          <a:bodyPr/>
          <a:lstStyle/>
          <a:p>
            <a:fld id="{00000000-1234-1234-1234-123412341234}" type="slidenum">
              <a:rPr lang="fr-FR" smtClean="0"/>
              <a:pPr/>
              <a:t>68</a:t>
            </a:fld>
            <a:endParaRPr lang="fr-FR"/>
          </a:p>
        </p:txBody>
      </p:sp>
      <p:sp>
        <p:nvSpPr>
          <p:cNvPr id="47" name="Rectangle 46">
            <a:extLst>
              <a:ext uri="{FF2B5EF4-FFF2-40B4-BE49-F238E27FC236}">
                <a16:creationId xmlns:a16="http://schemas.microsoft.com/office/drawing/2014/main" id="{B0C4771D-EB05-001A-18E4-8515851391D7}"/>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FE07B645-863C-B730-E92F-64ABA18FBC57}"/>
              </a:ext>
            </a:extLst>
          </p:cNvPr>
          <p:cNvSpPr txBox="1"/>
          <p:nvPr/>
        </p:nvSpPr>
        <p:spPr>
          <a:xfrm>
            <a:off x="455661" y="1114886"/>
            <a:ext cx="8449726" cy="1077218"/>
          </a:xfrm>
          <a:prstGeom prst="rect">
            <a:avLst/>
          </a:prstGeom>
          <a:noFill/>
        </p:spPr>
        <p:txBody>
          <a:bodyPr wrap="square">
            <a:spAutoFit/>
          </a:bodyPr>
          <a:lstStyle/>
          <a:p>
            <a:r>
              <a:rPr lang="fr-FR" sz="1600" b="1" dirty="0">
                <a:solidFill>
                  <a:srgbClr val="A40000"/>
                </a:solidFill>
                <a:latin typeface="Gill Sans" panose="020B0604020202020204" charset="0"/>
              </a:rPr>
              <a:t>Programme :  </a:t>
            </a:r>
            <a:r>
              <a:rPr lang="fr-FR" sz="1600" b="1" dirty="0">
                <a:solidFill>
                  <a:schemeClr val="tx1"/>
                </a:solidFill>
                <a:latin typeface="Gill Sans" panose="020B0604020202020204" charset="0"/>
              </a:rPr>
              <a:t>A partir d’un fichier </a:t>
            </a:r>
            <a:r>
              <a:rPr lang="fr-FR" sz="1600" b="1" dirty="0" err="1">
                <a:solidFill>
                  <a:schemeClr val="tx1"/>
                </a:solidFill>
                <a:latin typeface="Gill Sans" panose="020B0604020202020204" charset="0"/>
              </a:rPr>
              <a:t>Json</a:t>
            </a:r>
            <a:r>
              <a:rPr lang="fr-FR" sz="1600" b="1" dirty="0">
                <a:solidFill>
                  <a:schemeClr val="tx1"/>
                </a:solidFill>
                <a:latin typeface="Gill Sans" panose="020B0604020202020204" charset="0"/>
              </a:rPr>
              <a:t> , on peut manipuler la création de la scène </a:t>
            </a:r>
          </a:p>
          <a:p>
            <a:r>
              <a:rPr lang="fr-FR" sz="1600" b="1" dirty="0">
                <a:solidFill>
                  <a:schemeClr val="tx1"/>
                </a:solidFill>
                <a:latin typeface="Gill Sans" panose="020B0604020202020204" charset="0"/>
              </a:rPr>
              <a:t>                        et la création des séquences</a:t>
            </a:r>
          </a:p>
          <a:p>
            <a:br>
              <a:rPr lang="fr-FR" sz="1600" dirty="0"/>
            </a:br>
            <a:endParaRPr lang="en-US" sz="1600" b="1" dirty="0">
              <a:solidFill>
                <a:schemeClr val="tx1"/>
              </a:solidFill>
              <a:latin typeface="Gill Sans" panose="020B0604020202020204" charset="0"/>
            </a:endParaRPr>
          </a:p>
        </p:txBody>
      </p:sp>
      <p:pic>
        <p:nvPicPr>
          <p:cNvPr id="6" name="Espace réservé du contenu 4">
            <a:extLst>
              <a:ext uri="{FF2B5EF4-FFF2-40B4-BE49-F238E27FC236}">
                <a16:creationId xmlns:a16="http://schemas.microsoft.com/office/drawing/2014/main" id="{526A3669-A6BD-66E1-3EDF-50CECCB64A13}"/>
              </a:ext>
            </a:extLst>
          </p:cNvPr>
          <p:cNvPicPr>
            <a:picLocks noChangeAspect="1"/>
          </p:cNvPicPr>
          <p:nvPr/>
        </p:nvPicPr>
        <p:blipFill>
          <a:blip r:embed="rId3"/>
          <a:stretch>
            <a:fillRect/>
          </a:stretch>
        </p:blipFill>
        <p:spPr>
          <a:xfrm>
            <a:off x="205857" y="2429692"/>
            <a:ext cx="8699530" cy="3852080"/>
          </a:xfrm>
          <a:prstGeom prst="rect">
            <a:avLst/>
          </a:prstGeom>
          <a:noFill/>
          <a:ln>
            <a:noFill/>
          </a:ln>
        </p:spPr>
      </p:pic>
    </p:spTree>
    <p:extLst>
      <p:ext uri="{BB962C8B-B14F-4D97-AF65-F5344CB8AC3E}">
        <p14:creationId xmlns:p14="http://schemas.microsoft.com/office/powerpoint/2010/main" val="310738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5DD16-5B8D-81D6-0270-490108A3B179}"/>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42CE7B99-674A-8F3E-2A4C-0357197775D0}"/>
              </a:ext>
            </a:extLst>
          </p:cNvPr>
          <p:cNvSpPr>
            <a:spLocks noGrp="1"/>
          </p:cNvSpPr>
          <p:nvPr>
            <p:ph type="sldNum" idx="12"/>
          </p:nvPr>
        </p:nvSpPr>
        <p:spPr/>
        <p:txBody>
          <a:bodyPr/>
          <a:lstStyle/>
          <a:p>
            <a:fld id="{00000000-1234-1234-1234-123412341234}" type="slidenum">
              <a:rPr lang="fr-FR" smtClean="0"/>
              <a:pPr/>
              <a:t>69</a:t>
            </a:fld>
            <a:endParaRPr lang="fr-FR"/>
          </a:p>
        </p:txBody>
      </p:sp>
      <p:sp>
        <p:nvSpPr>
          <p:cNvPr id="47" name="Rectangle 46">
            <a:extLst>
              <a:ext uri="{FF2B5EF4-FFF2-40B4-BE49-F238E27FC236}">
                <a16:creationId xmlns:a16="http://schemas.microsoft.com/office/drawing/2014/main" id="{25B93B16-1487-87BA-8E49-BBA78C422618}"/>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sp>
        <p:nvSpPr>
          <p:cNvPr id="4" name="ZoneTexte 3">
            <a:extLst>
              <a:ext uri="{FF2B5EF4-FFF2-40B4-BE49-F238E27FC236}">
                <a16:creationId xmlns:a16="http://schemas.microsoft.com/office/drawing/2014/main" id="{9980F42F-4EF1-AD29-A3EF-332B76E97B98}"/>
              </a:ext>
            </a:extLst>
          </p:cNvPr>
          <p:cNvSpPr txBox="1"/>
          <p:nvPr/>
        </p:nvSpPr>
        <p:spPr>
          <a:xfrm>
            <a:off x="466009" y="734813"/>
            <a:ext cx="8449726" cy="338554"/>
          </a:xfrm>
          <a:prstGeom prst="rect">
            <a:avLst/>
          </a:prstGeom>
          <a:noFill/>
        </p:spPr>
        <p:txBody>
          <a:bodyPr wrap="square">
            <a:spAutoFit/>
          </a:bodyPr>
          <a:lstStyle/>
          <a:p>
            <a:r>
              <a:rPr lang="fr-FR" sz="1600" b="1" dirty="0">
                <a:solidFill>
                  <a:srgbClr val="A40000"/>
                </a:solidFill>
                <a:latin typeface="Gill Sans" panose="020B0604020202020204" charset="0"/>
              </a:rPr>
              <a:t>Création du contexte:  </a:t>
            </a:r>
            <a:endParaRPr lang="en-US" sz="1600" b="1" dirty="0">
              <a:solidFill>
                <a:schemeClr val="tx1"/>
              </a:solidFill>
              <a:latin typeface="Gill Sans" panose="020B0604020202020204" charset="0"/>
            </a:endParaRPr>
          </a:p>
        </p:txBody>
      </p:sp>
      <p:sp>
        <p:nvSpPr>
          <p:cNvPr id="7" name="ZoneTexte 6">
            <a:extLst>
              <a:ext uri="{FF2B5EF4-FFF2-40B4-BE49-F238E27FC236}">
                <a16:creationId xmlns:a16="http://schemas.microsoft.com/office/drawing/2014/main" id="{014B6990-B9EC-45B2-6D7A-B526512B2C18}"/>
              </a:ext>
            </a:extLst>
          </p:cNvPr>
          <p:cNvSpPr txBox="1"/>
          <p:nvPr/>
        </p:nvSpPr>
        <p:spPr>
          <a:xfrm>
            <a:off x="2668547" y="734813"/>
            <a:ext cx="2022325" cy="830997"/>
          </a:xfrm>
          <a:prstGeom prst="rect">
            <a:avLst/>
          </a:prstGeom>
          <a:noFill/>
        </p:spPr>
        <p:txBody>
          <a:bodyPr wrap="square">
            <a:spAutoFit/>
          </a:bodyPr>
          <a:lstStyle/>
          <a:p>
            <a:r>
              <a:rPr lang="fr-FR" sz="1600" b="1" u="sng" dirty="0">
                <a:solidFill>
                  <a:schemeClr val="tx1">
                    <a:lumMod val="95000"/>
                    <a:lumOff val="5000"/>
                  </a:schemeClr>
                </a:solidFill>
                <a:latin typeface="Gill Sans" panose="020B0604020202020204" charset="0"/>
              </a:rPr>
              <a:t>Contexte.pt</a:t>
            </a:r>
          </a:p>
          <a:p>
            <a:r>
              <a:rPr lang="fr-FR" sz="1600" b="1" dirty="0">
                <a:solidFill>
                  <a:srgbClr val="A40000"/>
                </a:solidFill>
                <a:latin typeface="Gill Sans" panose="020B0604020202020204" charset="0"/>
              </a:rPr>
              <a:t>		</a:t>
            </a:r>
            <a:br>
              <a:rPr lang="fr-FR" sz="1600" dirty="0"/>
            </a:br>
            <a:endParaRPr lang="en-US" sz="1600" b="1" dirty="0">
              <a:solidFill>
                <a:schemeClr val="tx1"/>
              </a:solidFill>
              <a:latin typeface="Gill Sans" panose="020B0604020202020204" charset="0"/>
            </a:endParaRPr>
          </a:p>
        </p:txBody>
      </p:sp>
      <p:pic>
        <p:nvPicPr>
          <p:cNvPr id="11" name="Image 10">
            <a:extLst>
              <a:ext uri="{FF2B5EF4-FFF2-40B4-BE49-F238E27FC236}">
                <a16:creationId xmlns:a16="http://schemas.microsoft.com/office/drawing/2014/main" id="{3D83DF6A-167E-C2D9-7517-9A804C7DB2B0}"/>
              </a:ext>
            </a:extLst>
          </p:cNvPr>
          <p:cNvPicPr>
            <a:picLocks noChangeAspect="1"/>
          </p:cNvPicPr>
          <p:nvPr/>
        </p:nvPicPr>
        <p:blipFill>
          <a:blip r:embed="rId3"/>
          <a:stretch>
            <a:fillRect/>
          </a:stretch>
        </p:blipFill>
        <p:spPr>
          <a:xfrm>
            <a:off x="1641093" y="1101273"/>
            <a:ext cx="5381500" cy="5437641"/>
          </a:xfrm>
          <a:prstGeom prst="rect">
            <a:avLst/>
          </a:prstGeom>
        </p:spPr>
      </p:pic>
    </p:spTree>
    <p:extLst>
      <p:ext uri="{BB962C8B-B14F-4D97-AF65-F5344CB8AC3E}">
        <p14:creationId xmlns:p14="http://schemas.microsoft.com/office/powerpoint/2010/main" val="410859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3DDBC-047D-777B-8E83-D3D3041F015B}"/>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5D19571-D976-CA73-3826-0FF3B78531C1}"/>
              </a:ext>
            </a:extLst>
          </p:cNvPr>
          <p:cNvSpPr>
            <a:spLocks noGrp="1"/>
          </p:cNvSpPr>
          <p:nvPr>
            <p:ph type="sldNum" idx="12"/>
          </p:nvPr>
        </p:nvSpPr>
        <p:spPr/>
        <p:txBody>
          <a:bodyPr/>
          <a:lstStyle/>
          <a:p>
            <a:fld id="{00000000-1234-1234-1234-123412341234}" type="slidenum">
              <a:rPr lang="fr-FR" smtClean="0"/>
              <a:pPr/>
              <a:t>70</a:t>
            </a:fld>
            <a:endParaRPr lang="fr-FR"/>
          </a:p>
        </p:txBody>
      </p:sp>
      <p:sp>
        <p:nvSpPr>
          <p:cNvPr id="47" name="Rectangle 46">
            <a:extLst>
              <a:ext uri="{FF2B5EF4-FFF2-40B4-BE49-F238E27FC236}">
                <a16:creationId xmlns:a16="http://schemas.microsoft.com/office/drawing/2014/main" id="{CF87801A-19DE-F2ED-CE31-00E55ED357A0}"/>
              </a:ext>
            </a:extLst>
          </p:cNvPr>
          <p:cNvSpPr/>
          <p:nvPr/>
        </p:nvSpPr>
        <p:spPr>
          <a:xfrm>
            <a:off x="151402" y="29905"/>
            <a:ext cx="3900427" cy="461665"/>
          </a:xfrm>
          <a:prstGeom prst="rect">
            <a:avLst/>
          </a:prstGeom>
        </p:spPr>
        <p:txBody>
          <a:bodyPr wrap="none">
            <a:spAutoFit/>
          </a:bodyPr>
          <a:lstStyle/>
          <a:p>
            <a:r>
              <a:rPr lang="fr-FR" sz="2400" b="1" dirty="0">
                <a:solidFill>
                  <a:schemeClr val="lt1"/>
                </a:solidFill>
                <a:latin typeface="Gill Sans"/>
              </a:rPr>
              <a:t>Solution : Automatisation</a:t>
            </a:r>
            <a:endParaRPr lang="fr-FR" dirty="0"/>
          </a:p>
        </p:txBody>
      </p:sp>
      <p:pic>
        <p:nvPicPr>
          <p:cNvPr id="2" name="Image 1">
            <a:extLst>
              <a:ext uri="{FF2B5EF4-FFF2-40B4-BE49-F238E27FC236}">
                <a16:creationId xmlns:a16="http://schemas.microsoft.com/office/drawing/2014/main" id="{B909B6A1-C0EA-B659-B0D2-F3A4839A4DCE}"/>
              </a:ext>
            </a:extLst>
          </p:cNvPr>
          <p:cNvPicPr>
            <a:picLocks noChangeAspect="1"/>
          </p:cNvPicPr>
          <p:nvPr/>
        </p:nvPicPr>
        <p:blipFill>
          <a:blip r:embed="rId3"/>
          <a:stretch>
            <a:fillRect/>
          </a:stretch>
        </p:blipFill>
        <p:spPr>
          <a:xfrm>
            <a:off x="0" y="1680361"/>
            <a:ext cx="9144000" cy="3497278"/>
          </a:xfrm>
          <a:prstGeom prst="rect">
            <a:avLst/>
          </a:prstGeom>
        </p:spPr>
      </p:pic>
    </p:spTree>
    <p:extLst>
      <p:ext uri="{BB962C8B-B14F-4D97-AF65-F5344CB8AC3E}">
        <p14:creationId xmlns:p14="http://schemas.microsoft.com/office/powerpoint/2010/main" val="38504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5_Conception personnalisé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onception personnalisé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ception personnalisé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ception personnalisé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9_Conception personnalisé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40393</TotalTime>
  <Words>1293</Words>
  <Application>Microsoft Office PowerPoint</Application>
  <PresentationFormat>Affichage à l'écran (4:3)</PresentationFormat>
  <Paragraphs>360</Paragraphs>
  <Slides>71</Slides>
  <Notes>71</Notes>
  <HiddenSlides>0</HiddenSlides>
  <MMClips>0</MMClips>
  <ScaleCrop>false</ScaleCrop>
  <HeadingPairs>
    <vt:vector size="6" baseType="variant">
      <vt:variant>
        <vt:lpstr>Polices utilisées</vt:lpstr>
      </vt:variant>
      <vt:variant>
        <vt:i4>9</vt:i4>
      </vt:variant>
      <vt:variant>
        <vt:lpstr>Thème</vt:lpstr>
      </vt:variant>
      <vt:variant>
        <vt:i4>5</vt:i4>
      </vt:variant>
      <vt:variant>
        <vt:lpstr>Titres des diapositives</vt:lpstr>
      </vt:variant>
      <vt:variant>
        <vt:i4>71</vt:i4>
      </vt:variant>
    </vt:vector>
  </HeadingPairs>
  <TitlesOfParts>
    <vt:vector size="85" baseType="lpstr">
      <vt:lpstr>Aharoni</vt:lpstr>
      <vt:lpstr>Twentieth Century</vt:lpstr>
      <vt:lpstr>Fira Sans ExtraLight</vt:lpstr>
      <vt:lpstr>Gill Sans</vt:lpstr>
      <vt:lpstr>Google Sans Text</vt:lpstr>
      <vt:lpstr>Arial</vt:lpstr>
      <vt:lpstr>Fira Sans Light</vt:lpstr>
      <vt:lpstr>inherit</vt:lpstr>
      <vt:lpstr>Calibri</vt:lpstr>
      <vt:lpstr>5_Conception personnalisée</vt:lpstr>
      <vt:lpstr>1_Conception personnalisée</vt:lpstr>
      <vt:lpstr>2_Conception personnalisée</vt:lpstr>
      <vt:lpstr>3_Conception personnalisée</vt:lpstr>
      <vt:lpstr>9_Conception personnalisée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abid</cp:lastModifiedBy>
  <cp:revision>224</cp:revision>
  <dcterms:created xsi:type="dcterms:W3CDTF">2022-09-16T19:24:38Z</dcterms:created>
  <dcterms:modified xsi:type="dcterms:W3CDTF">2025-04-04T09:03:54Z</dcterms:modified>
</cp:coreProperties>
</file>